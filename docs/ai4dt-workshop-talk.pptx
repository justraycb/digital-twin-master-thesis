
<file path=[Content_Types].xml><?xml version="1.0" encoding="utf-8"?>
<Types xmlns="http://schemas.openxmlformats.org/package/2006/content-types">
  <Default Extension="xml" ContentType="application/xml"/>
  <Default Extension="mp4" ContentType="video/unknown"/>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notesSlides/notesSlide22.xml" ContentType="application/vnd.openxmlformats-officedocument.presentationml.notesSlide+xml"/>
  <Override PartName="/ppt/slideLayouts/slideLayout4.xml" ContentType="application/vnd.openxmlformats-officedocument.presentationml.slideLayout+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s/slide21.xml" ContentType="application/vnd.openxmlformats-officedocument.presentationml.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docProps/core.xml" ContentType="application/vnd.openxmlformats-package.core-properties+xml"/>
  <Override PartName="/ppt/slideLayouts/slideLayout8.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Override PartName="/ppt/theme/theme3.xml" ContentType="application/vnd.openxmlformats-officedocument.theme+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Layouts/slideLayout11.xml" ContentType="application/vnd.openxmlformats-officedocument.presentationml.slideLayout+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6.xml" ContentType="application/vnd.openxmlformats-officedocument.presentationml.notesSlide+xml"/>
  <Override PartName="/ppt/slides/slide4.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20.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handoutMasters/handoutMaster1.xml" ContentType="application/vnd.openxmlformats-officedocument.presentationml.handoutMaster+xml"/>
  <Override PartName="/ppt/slides/slide22.xml" ContentType="application/vnd.openxmlformats-officedocument.presentationml.slide+xml"/>
  <Override PartName="/ppt/slides/slide1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27"/>
  </p:notesMasterIdLst>
  <p:handoutMasterIdLst>
    <p:handoutMasterId r:id="rId28"/>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x="12191695" cy="6858000"/>
  <p:notesSz cx="6858000" cy="9144000"/>
  <p:defaultTextStyle>
    <a:defPPr>
      <a:buNone/>
    </a:defPPr>
    <a:lvl1pPr marL="0" algn="l" defTabSz="457200">
      <a:buNone/>
      <a:defRPr sz="1800">
        <a:solidFill>
          <a:schemeClr val="tx1"/>
        </a:solidFill>
        <a:latin typeface="+mn-lt"/>
        <a:ea typeface="+mn-lt"/>
        <a:cs typeface="+mn-lt"/>
      </a:defRPr>
    </a:lvl1pPr>
    <a:lvl2pPr marL="457200" algn="l" defTabSz="457200">
      <a:buNone/>
      <a:defRPr sz="1800">
        <a:solidFill>
          <a:schemeClr val="tx1"/>
        </a:solidFill>
        <a:latin typeface="+mn-lt"/>
        <a:ea typeface="+mn-lt"/>
        <a:cs typeface="+mn-lt"/>
      </a:defRPr>
    </a:lvl2pPr>
    <a:lvl3pPr marL="914400" algn="l" defTabSz="457200">
      <a:buNone/>
      <a:defRPr sz="1800">
        <a:solidFill>
          <a:schemeClr val="tx1"/>
        </a:solidFill>
        <a:latin typeface="+mn-lt"/>
        <a:ea typeface="+mn-lt"/>
        <a:cs typeface="+mn-lt"/>
      </a:defRPr>
    </a:lvl3pPr>
    <a:lvl4pPr marL="1371600" algn="l" defTabSz="457200">
      <a:buNone/>
      <a:defRPr sz="1800">
        <a:solidFill>
          <a:schemeClr val="tx1"/>
        </a:solidFill>
        <a:latin typeface="+mn-lt"/>
        <a:ea typeface="+mn-lt"/>
        <a:cs typeface="+mn-lt"/>
      </a:defRPr>
    </a:lvl4pPr>
    <a:lvl5pPr marL="1828800" algn="l" defTabSz="457200">
      <a:buNone/>
      <a:defRPr sz="1800">
        <a:solidFill>
          <a:schemeClr val="tx1"/>
        </a:solidFill>
        <a:latin typeface="+mn-lt"/>
        <a:ea typeface="+mn-lt"/>
        <a:cs typeface="+mn-lt"/>
      </a:defRPr>
    </a:lvl5pPr>
    <a:lvl6pPr marL="2286000" algn="l" defTabSz="457200">
      <a:buNone/>
      <a:defRPr sz="1800">
        <a:solidFill>
          <a:schemeClr val="tx1"/>
        </a:solidFill>
        <a:latin typeface="+mn-lt"/>
        <a:ea typeface="+mn-lt"/>
        <a:cs typeface="+mn-lt"/>
      </a:defRPr>
    </a:lvl6pPr>
    <a:lvl7pPr marL="2743200" algn="l" defTabSz="457200">
      <a:buNone/>
      <a:defRPr sz="1800">
        <a:solidFill>
          <a:schemeClr val="tx1"/>
        </a:solidFill>
        <a:latin typeface="+mn-lt"/>
        <a:ea typeface="+mn-lt"/>
        <a:cs typeface="+mn-lt"/>
      </a:defRPr>
    </a:lvl7pPr>
    <a:lvl8pPr marL="3200400" algn="l" defTabSz="457200">
      <a:buNone/>
      <a:defRPr sz="1800">
        <a:solidFill>
          <a:schemeClr val="tx1"/>
        </a:solidFill>
        <a:latin typeface="+mn-lt"/>
        <a:ea typeface="+mn-lt"/>
        <a:cs typeface="+mn-lt"/>
      </a:defRPr>
    </a:lvl8pPr>
    <a:lvl9pPr marL="3657600" algn="l" defTabSz="457200">
      <a:buNone/>
      <a:defRPr sz="1800">
        <a:solidFill>
          <a:schemeClr val="tx1"/>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 d="1"/>
          <a:sy n="1" d="1"/>
        </p:scale>
        <p:origin x="0" y="0"/>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theme" Target="theme/theme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notesMaster" Target="notesMasters/notesMaster1.xml"/><Relationship Id="rId28" Type="http://schemas.openxmlformats.org/officeDocument/2006/relationships/handoutMaster" Target="handoutMasters/handoutMaster1.xml"/><Relationship Id="rId29" Type="http://schemas.openxmlformats.org/officeDocument/2006/relationships/presProps" Target="presProps.xml" /><Relationship Id="rId30" Type="http://schemas.openxmlformats.org/officeDocument/2006/relationships/tableStyles" Target="tableStyles.xml" /><Relationship Id="rId31" Type="http://schemas.openxmlformats.org/officeDocument/2006/relationships/viewProps" Target="viewProps.xml" /></Relationships>
</file>

<file path=ppt/handoutMasters/_rels/handoutMaster1.xml.rels><?xml version="1.0" encoding="UTF-8" standalone="yes"?><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099421871" name="Header Placeholder 1"/>
          <p:cNvSpPr>
            <a:spLocks noGrp="1"/>
          </p:cNvSpPr>
          <p:nvPr>
            <p:ph type="hdr" sz="quarter"/>
          </p:nvPr>
        </p:nvSpPr>
        <p:spPr bwMode="auto">
          <a:xfrm>
            <a:off x="0" y="0"/>
            <a:ext cx="2971800" cy="458786"/>
          </a:xfrm>
          <a:prstGeom prst="rect">
            <a:avLst/>
          </a:prstGeom>
        </p:spPr>
        <p:txBody>
          <a:bodyPr vert="horz" lIns="91440" tIns="45720" rIns="91440" bIns="45720" anchor="t"/>
          <a:lstStyle>
            <a:lvl1pPr algn="l">
              <a:defRPr sz="1200"/>
            </a:lvl1pPr>
          </a:lstStyle>
          <a:p>
            <a:pPr>
              <a:defRPr/>
            </a:pPr>
            <a:endParaRPr/>
          </a:p>
        </p:txBody>
      </p:sp>
      <p:sp>
        <p:nvSpPr>
          <p:cNvPr id="16624779" name="Date Placeholder 2"/>
          <p:cNvSpPr>
            <a:spLocks noGrp="1"/>
          </p:cNvSpPr>
          <p:nvPr>
            <p:ph type="dt" idx="3"/>
          </p:nvPr>
        </p:nvSpPr>
        <p:spPr bwMode="auto">
          <a:xfrm>
            <a:off x="3886200" y="0"/>
            <a:ext cx="2971800" cy="458786"/>
          </a:xfrm>
          <a:prstGeom prst="rect">
            <a:avLst/>
          </a:prstGeom>
        </p:spPr>
        <p:txBody>
          <a:bodyPr vert="horz" lIns="91440" tIns="45720" rIns="91440" bIns="45720" anchor="t"/>
          <a:lstStyle>
            <a:lvl1pPr algn="r">
              <a:defRPr sz="1200"/>
            </a:lvl1pPr>
          </a:lstStyle>
          <a:p>
            <a:pPr>
              <a:defRPr/>
            </a:pPr>
            <a:fld id="{3BF0B635-C562-4425-166A-49CD76016B0C}" type="datetimeFigureOut">
              <a:rPr lang="en-US"/>
              <a:t/>
            </a:fld>
            <a:endParaRPr/>
          </a:p>
        </p:txBody>
      </p:sp>
      <p:sp>
        <p:nvSpPr>
          <p:cNvPr id="1025522965" name="Footer Placeholder 3"/>
          <p:cNvSpPr>
            <a:spLocks noGrp="1"/>
          </p:cNvSpPr>
          <p:nvPr>
            <p:ph type="ftr" sz="quarter" idx="2"/>
          </p:nvPr>
        </p:nvSpPr>
        <p:spPr bwMode="auto">
          <a:xfrm>
            <a:off x="0" y="8685213"/>
            <a:ext cx="2971800" cy="458786"/>
          </a:xfrm>
          <a:prstGeom prst="rect">
            <a:avLst/>
          </a:prstGeom>
        </p:spPr>
        <p:txBody>
          <a:bodyPr vert="horz" lIns="91440" tIns="45720" rIns="91440" bIns="45720" anchor="b"/>
          <a:lstStyle>
            <a:lvl1pPr algn="l">
              <a:defRPr sz="1200"/>
            </a:lvl1pPr>
          </a:lstStyle>
          <a:p>
            <a:pPr>
              <a:defRPr/>
            </a:pPr>
            <a:endParaRPr/>
          </a:p>
        </p:txBody>
      </p:sp>
      <p:sp>
        <p:nvSpPr>
          <p:cNvPr id="617066002" name="Slide Number Placeholder 4"/>
          <p:cNvSpPr>
            <a:spLocks noGrp="1"/>
          </p:cNvSpPr>
          <p:nvPr>
            <p:ph type="sldNum" sz="quarter" idx="3"/>
          </p:nvPr>
        </p:nvSpPr>
        <p:spPr bwMode="auto">
          <a:xfrm>
            <a:off x="3886200" y="8685213"/>
            <a:ext cx="2971800" cy="458786"/>
          </a:xfrm>
          <a:prstGeom prst="rect">
            <a:avLst/>
          </a:prstGeom>
        </p:spPr>
        <p:txBody>
          <a:bodyPr vert="horz" lIns="91440" tIns="45720" rIns="91440" bIns="45720" anchor="b"/>
          <a:lstStyle>
            <a:lvl1pPr algn="r">
              <a:defRPr sz="1200"/>
            </a:lvl1pPr>
          </a:lstStyle>
          <a:p>
            <a:pPr>
              <a:defRPr/>
            </a:pPr>
            <a:fld id="{91019BD2-2EE3-313D-EAA5-2C693D46BB2E}" type="slidenum">
              <a:rPr/>
              <a:t/>
            </a:fld>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947609074" name="Header Placeholder"/>
          <p:cNvSpPr/>
          <p:nvPr>
            <p:ph type="hdr" sz="quarter"/>
          </p:nvPr>
        </p:nvSpPr>
        <p:spPr bwMode="auto">
          <a:prstGeom prst="rect">
            <a:avLst/>
          </a:prstGeom>
        </p:spPr>
        <p:txBody>
          <a:bodyPr/>
          <a:lstStyle/>
          <a:p>
            <a:pPr>
              <a:defRPr/>
            </a:pPr>
            <a:endParaRPr/>
          </a:p>
        </p:txBody>
      </p:sp>
      <p:sp>
        <p:nvSpPr>
          <p:cNvPr id="783239877" name="Date Placeholder"/>
          <p:cNvSpPr/>
          <p:nvPr>
            <p:ph type="dt" sz="quarter" idx="1"/>
          </p:nvPr>
        </p:nvSpPr>
        <p:spPr bwMode="auto">
          <a:prstGeom prst="rect">
            <a:avLst/>
          </a:prstGeom>
        </p:spPr>
        <p:txBody>
          <a:bodyPr/>
          <a:lstStyle/>
          <a:p>
            <a:pPr>
              <a:defRPr/>
            </a:pPr>
            <a:endParaRPr/>
          </a:p>
        </p:txBody>
      </p:sp>
      <p:sp>
        <p:nvSpPr>
          <p:cNvPr id="508474224" name="Slide Image Placeholder"/>
          <p:cNvSpPr/>
          <p:nvPr>
            <p:ph type="sldImg" idx="2"/>
          </p:nvPr>
        </p:nvSpPr>
        <p:spPr bwMode="auto">
          <a:prstGeom prst="rect">
            <a:avLst/>
          </a:prstGeom>
        </p:spPr>
        <p:txBody>
          <a:bodyPr/>
          <a:lstStyle/>
          <a:p>
            <a:pPr>
              <a:defRPr/>
            </a:pPr>
            <a:endParaRPr/>
          </a:p>
        </p:txBody>
      </p:sp>
      <p:sp>
        <p:nvSpPr>
          <p:cNvPr id="789492837" name="Notes Placeholder"/>
          <p:cNvSpPr/>
          <p:nvPr>
            <p:ph type="body" sz="quarter" idx="3"/>
          </p:nvPr>
        </p:nvSpPr>
        <p:spPr bwMode="auto">
          <a:prstGeom prst="rect">
            <a:avLst/>
          </a:prstGeom>
        </p:spPr>
        <p:txBody>
          <a:bodyPr/>
          <a:lstStyle/>
          <a:p>
            <a:pPr>
              <a:defRPr/>
            </a:pPr>
            <a:endParaRPr/>
          </a:p>
        </p:txBody>
      </p:sp>
      <p:sp>
        <p:nvSpPr>
          <p:cNvPr id="1710556120" name="Footer Placeholder"/>
          <p:cNvSpPr/>
          <p:nvPr>
            <p:ph type="ftr" sz="quarter" idx="4"/>
          </p:nvPr>
        </p:nvSpPr>
        <p:spPr bwMode="auto">
          <a:prstGeom prst="rect">
            <a:avLst/>
          </a:prstGeom>
        </p:spPr>
        <p:txBody>
          <a:bodyPr/>
          <a:lstStyle/>
          <a:p>
            <a:pPr>
              <a:defRPr/>
            </a:pPr>
            <a:endParaRPr/>
          </a:p>
        </p:txBody>
      </p:sp>
      <p:sp>
        <p:nvSpPr>
          <p:cNvPr id="743562287" name="Slide Number Placeholder"/>
          <p:cNvSpPr/>
          <p:nvPr>
            <p:ph type="sldNum" sz="quarter" idx="5"/>
          </p:nvPr>
        </p:nvSpPr>
        <p:spPr bwMode="auto">
          <a:prstGeom prst="rect">
            <a:avLst/>
          </a:prstGeom>
        </p:spPr>
        <p:txBody>
          <a:bodyPr/>
          <a:lstStyle/>
          <a:p>
            <a:pPr>
              <a:defRPr/>
            </a:pPr>
            <a:endParaRPr/>
          </a:p>
        </p:txBody>
      </p:sp>
    </p:spTree>
  </p:cSld>
  <p:clrMap bg1="lt1" tx1="dk1" bg2="lt2" tx2="dk2" accent1="accent1" accent2="accent2" accent3="accent3" accent4="accent4" accent5="accent5" accent6="accent6" hlink="hlink" folHlink="folHlink"/>
  <p:notesStyle>
    <a:lvl1pPr marL="0" algn="l" defTabSz="914400" rtl="0">
      <a:defRPr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17607315" name="Slide Image Placeholder 1"/>
          <p:cNvSpPr>
            <a:spLocks noGrp="1"/>
          </p:cNvSpPr>
          <p:nvPr>
            <p:ph type="sldImg" idx="0"/>
          </p:nvPr>
        </p:nvSpPr>
        <p:spPr bwMode="auto"/>
      </p:sp>
      <p:sp>
        <p:nvSpPr>
          <p:cNvPr id="1489000733" name="Notes Placeholder 2"/>
          <p:cNvSpPr>
            <a:spLocks noGrp="1"/>
          </p:cNvSpPr>
          <p:nvPr>
            <p:ph type="body" idx="1"/>
          </p:nvPr>
        </p:nvSpPr>
        <p:spPr bwMode="auto"/>
        <p:txBody>
          <a:bodyPr/>
          <a:lstStyle/>
          <a:p>
            <a:pPr marL="217793" indent="-217793">
              <a:buFont typeface="Arial"/>
              <a:buChar char="–"/>
              <a:defRPr/>
            </a:pPr>
            <a:r>
              <a:rPr/>
              <a:t>Greetings</a:t>
            </a:r>
            <a:endParaRPr/>
          </a:p>
          <a:p>
            <a:pPr marL="217793" indent="-217793">
              <a:buFont typeface="Arial"/>
              <a:buChar char="–"/>
              <a:defRPr/>
            </a:pPr>
            <a:r>
              <a:rPr/>
              <a:t>Present DT framework for a single plant </a:t>
            </a:r>
            <a:endParaRPr/>
          </a:p>
          <a:p>
            <a:pPr marL="217793" indent="-217793">
              <a:buFont typeface="Arial"/>
              <a:buChar char="–"/>
              <a:defRPr/>
            </a:pPr>
            <a:r>
              <a:rPr/>
              <a:t>Began as my master thesis at ULB with Pr. Bontempi &amp; Pascal Tribel as promotors </a:t>
            </a:r>
            <a:endParaRPr/>
          </a:p>
          <a:p>
            <a:pPr marL="217793" indent="-217793">
              <a:buFont typeface="Arial"/>
              <a:buChar char="–"/>
              <a:defRPr/>
            </a:pPr>
            <a:r>
              <a:rPr/>
              <a:t>Combines multiple sensors &amp; cameras to builld a virtual representation of the plant =&gt; able to infer decisions of for exemple when to trigger to water pump to irrigate the plant</a:t>
            </a:r>
            <a:endParaRPr/>
          </a:p>
          <a:p>
            <a:pPr marL="217793" indent="-217793">
              <a:buFont typeface="Arial"/>
              <a:buChar char="–"/>
              <a:defRPr/>
            </a:pPr>
            <a:r>
              <a:rPr/>
              <a:t>I’ll explain how all the components work together, how we manage to build this prototype and how it behaved when deployed for a short period of test </a:t>
            </a:r>
            <a:endParaRPr/>
          </a:p>
        </p:txBody>
      </p:sp>
      <p:sp>
        <p:nvSpPr>
          <p:cNvPr id="192602082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866183429" name="Slide Image Placeholder 1"/>
          <p:cNvSpPr>
            <a:spLocks noGrp="1"/>
          </p:cNvSpPr>
          <p:nvPr>
            <p:ph type="sldImg" idx="0"/>
          </p:nvPr>
        </p:nvSpPr>
        <p:spPr bwMode="auto"/>
      </p:sp>
      <p:sp>
        <p:nvSpPr>
          <p:cNvPr id="1841119075" name="Notes Placeholder 2"/>
          <p:cNvSpPr>
            <a:spLocks noGrp="1"/>
          </p:cNvSpPr>
          <p:nvPr>
            <p:ph type="body" idx="1"/>
          </p:nvPr>
        </p:nvSpPr>
        <p:spPr bwMode="auto"/>
        <p:txBody>
          <a:bodyPr/>
          <a:lstStyle/>
          <a:p>
            <a:pPr marL="217793" indent="-217793">
              <a:buFont typeface="Arial"/>
              <a:buChar char="–"/>
              <a:defRPr/>
            </a:pPr>
            <a:r>
              <a:rPr/>
              <a:t>I’ll start by introducing myself </a:t>
            </a:r>
            <a:endParaRPr/>
          </a:p>
          <a:p>
            <a:pPr marL="217793" indent="-217793">
              <a:buFont typeface="Arial"/>
              <a:buChar char="–"/>
              <a:defRPr/>
            </a:pPr>
            <a:r>
              <a:rPr/>
              <a:t>RCB, I studied computer sciences at the ULB where I did this master thesis </a:t>
            </a:r>
            <a:endParaRPr/>
          </a:p>
          <a:p>
            <a:pPr marL="217793" indent="-217793">
              <a:buFont typeface="Arial"/>
              <a:buChar char="–"/>
              <a:defRPr/>
            </a:pPr>
            <a:r>
              <a:rPr/>
              <a:t>Like working on practicals projects on which I can get a feedback of what it does IRL </a:t>
            </a:r>
            <a:endParaRPr/>
          </a:p>
          <a:p>
            <a:pPr marL="217793" indent="-217793">
              <a:buFont typeface="Arial"/>
              <a:buChar char="–"/>
              <a:defRPr/>
            </a:pPr>
            <a:r>
              <a:rPr/>
              <a:t>Enjoy working on areas that brings togethers software  engineering, embedded systems and AI </a:t>
            </a:r>
            <a:endParaRPr/>
          </a:p>
          <a:p>
            <a:pPr marL="217793" indent="-217793">
              <a:buFont typeface="Arial"/>
              <a:buChar char="–"/>
              <a:defRPr/>
            </a:pPr>
            <a:r>
              <a:rPr/>
              <a:t>Current MA-SECU also at ULB </a:t>
            </a:r>
            <a:endParaRPr/>
          </a:p>
        </p:txBody>
      </p:sp>
      <p:sp>
        <p:nvSpPr>
          <p:cNvPr id="68823710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883166513" name="Slide Image Placeholder 1"/>
          <p:cNvSpPr>
            <a:spLocks noGrp="1"/>
          </p:cNvSpPr>
          <p:nvPr>
            <p:ph type="sldImg" idx="0"/>
          </p:nvPr>
        </p:nvSpPr>
        <p:spPr bwMode="auto"/>
      </p:sp>
      <p:sp>
        <p:nvSpPr>
          <p:cNvPr id="158224819" name="Notes Placeholder 2"/>
          <p:cNvSpPr>
            <a:spLocks noGrp="1"/>
          </p:cNvSpPr>
          <p:nvPr>
            <p:ph type="body" idx="1"/>
          </p:nvPr>
        </p:nvSpPr>
        <p:spPr bwMode="auto"/>
        <p:txBody>
          <a:bodyPr/>
          <a:lstStyle/>
          <a:p>
            <a:pPr marL="217793" indent="-217793">
              <a:buFont typeface="Arial"/>
              <a:buChar char="–"/>
              <a:defRPr/>
            </a:pPr>
            <a:r>
              <a:rPr sz="1600"/>
              <a:t>For this work, following the definition of DT:  </a:t>
            </a:r>
            <a:endParaRPr sz="1600"/>
          </a:p>
          <a:p>
            <a:pPr marL="617843" lvl="1" indent="-217793">
              <a:buFont typeface="Arial"/>
              <a:buChar char="–"/>
              <a:defRPr/>
            </a:pPr>
            <a:r>
              <a:rPr sz="1600"/>
              <a:t>System that</a:t>
            </a:r>
            <a:r>
              <a:rPr sz="1600"/>
              <a:t> is composed of a Physical object and its V counterpart </a:t>
            </a:r>
            <a:endParaRPr sz="1600"/>
          </a:p>
          <a:p>
            <a:pPr marL="617843" lvl="1" indent="-217793">
              <a:buFont typeface="Arial"/>
              <a:buChar char="–"/>
              <a:defRPr/>
            </a:pPr>
            <a:r>
              <a:rPr sz="1600"/>
              <a:t>Observations from P are captured by any type of sensors to track relevant features </a:t>
            </a:r>
            <a:endParaRPr sz="1600"/>
          </a:p>
          <a:p>
            <a:pPr marL="617843" lvl="1" indent="-217793">
              <a:buFont typeface="Arial"/>
              <a:buChar char="–"/>
              <a:defRPr/>
            </a:pPr>
            <a:r>
              <a:rPr sz="1600"/>
              <a:t>Automatically updates the Digital object  </a:t>
            </a:r>
            <a:endParaRPr sz="1600"/>
          </a:p>
          <a:p>
            <a:pPr marL="617843" lvl="1" indent="-217793">
              <a:buFont typeface="Arial"/>
              <a:buChar char="–"/>
              <a:defRPr/>
            </a:pPr>
            <a:r>
              <a:rPr sz="1600"/>
              <a:t>The Digital representation itsfelf based on those observations, can infer a state, make decisions and prediction to control &amp; act on the physical object </a:t>
            </a:r>
            <a:endParaRPr sz="1600"/>
          </a:p>
          <a:p>
            <a:pPr marL="617843" lvl="1" indent="-217793">
              <a:buFont typeface="Arial"/>
              <a:buChar char="–"/>
              <a:defRPr/>
            </a:pPr>
            <a:r>
              <a:rPr sz="1600"/>
              <a:t>Particular compared to its predecessor the DM &amp; DS is the auto bidirectional flow that  allows the DT to manage itself in a way </a:t>
            </a:r>
            <a:endParaRPr sz="1600"/>
          </a:p>
          <a:p>
            <a:pPr marL="217793" lvl="0" indent="-217793">
              <a:buFont typeface="Arial"/>
              <a:buChar char="–"/>
              <a:defRPr/>
            </a:pPr>
            <a:r>
              <a:rPr sz="1600"/>
              <a:t>In agriculture existing systems =&gt; monitoring, modelling, recommendations and in some cases control  AT != scales</a:t>
            </a:r>
            <a:endParaRPr sz="1600"/>
          </a:p>
          <a:p>
            <a:pPr marL="217793" lvl="0" indent="-217793">
              <a:buFont typeface="Arial"/>
              <a:buChar char="–"/>
              <a:defRPr/>
            </a:pPr>
            <a:r>
              <a:rPr sz="1600"/>
              <a:t>Our goal = practical implementation of the complete DT loop at plant level </a:t>
            </a:r>
            <a:endParaRPr sz="1600"/>
          </a:p>
          <a:p>
            <a:pPr marL="217793" lvl="0" indent="-217793">
              <a:buFont typeface="Arial"/>
              <a:buChar char="–"/>
              <a:defRPr/>
            </a:pPr>
            <a:r>
              <a:rPr sz="1600"/>
              <a:t>Note: complete loop doesn’t mean sophisticated models but rather </a:t>
            </a:r>
            <a:r>
              <a:rPr sz="1600"/>
              <a:t>that the complete loop is implemented. </a:t>
            </a:r>
            <a:endParaRPr sz="1600"/>
          </a:p>
          <a:p>
            <a:pPr marL="217793" lvl="0" indent="-217793">
              <a:buFont typeface="Arial"/>
              <a:buChar char="–"/>
              <a:defRPr/>
            </a:pPr>
            <a:r>
              <a:rPr sz="1600"/>
              <a:t>WE DO NOT CLAIM THAT the DT IS BIOLOGICALLY ACCURATE</a:t>
            </a:r>
            <a:endParaRPr sz="1600"/>
          </a:p>
        </p:txBody>
      </p:sp>
      <p:sp>
        <p:nvSpPr>
          <p:cNvPr id="49440865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214174313" name="Slide Image Placeholder 1"/>
          <p:cNvSpPr>
            <a:spLocks noGrp="1"/>
          </p:cNvSpPr>
          <p:nvPr>
            <p:ph type="sldImg" idx="0"/>
          </p:nvPr>
        </p:nvSpPr>
        <p:spPr bwMode="auto"/>
      </p:sp>
      <p:sp>
        <p:nvSpPr>
          <p:cNvPr id="1779882283" name="Notes Placeholder 2"/>
          <p:cNvSpPr>
            <a:spLocks noGrp="1"/>
          </p:cNvSpPr>
          <p:nvPr>
            <p:ph type="body" idx="1"/>
          </p:nvPr>
        </p:nvSpPr>
        <p:spPr bwMode="auto"/>
        <p:txBody>
          <a:bodyPr/>
          <a:lstStyle/>
          <a:p>
            <a:pPr marL="217793" indent="-217793">
              <a:buFont typeface="Arial"/>
              <a:buChar char="–"/>
              <a:defRPr/>
            </a:pPr>
            <a:r>
              <a:rPr/>
              <a:t>This is the physical setup </a:t>
            </a:r>
            <a:endParaRPr/>
          </a:p>
          <a:p>
            <a:pPr marL="217793" indent="-217793">
              <a:buFont typeface="Arial"/>
              <a:buChar char="–"/>
              <a:defRPr/>
            </a:pPr>
            <a:r>
              <a:rPr/>
              <a:t>We know that a plant lives in a constantly changing environemnt with many interacting variable such as light, t°, h%, soil moisture and the plant can respond relatively slowly or fast depending on the condition </a:t>
            </a:r>
            <a:endParaRPr/>
          </a:p>
          <a:p>
            <a:pPr marL="217793" indent="-217793">
              <a:buFont typeface="Arial"/>
              <a:buChar char="–"/>
              <a:defRPr/>
            </a:pPr>
            <a:r>
              <a:rPr/>
              <a:t>It becomes necessary to track those environmental and physiological variable to create a representation of that physical object </a:t>
            </a:r>
            <a:endParaRPr/>
          </a:p>
          <a:p>
            <a:pPr marL="217793" indent="-217793">
              <a:buFont typeface="Arial"/>
              <a:buChar char="–"/>
              <a:defRPr/>
            </a:pPr>
            <a:endParaRPr/>
          </a:p>
          <a:p>
            <a:pPr marL="217793" indent="-217793">
              <a:buFont typeface="Arial"/>
              <a:buChar char="–"/>
              <a:defRPr/>
            </a:pPr>
            <a:r>
              <a:rPr/>
              <a:t>In this setup with have a light, t°, h% and soil moisture sensors as well as 2 cameras that look from different angles and are used to extract the leaf count, height and how much the plant is green </a:t>
            </a:r>
            <a:endParaRPr/>
          </a:p>
          <a:p>
            <a:pPr marL="217793" indent="-217793">
              <a:buFont typeface="Arial"/>
              <a:buChar char="–"/>
              <a:defRPr/>
            </a:pPr>
            <a:r>
              <a:rPr/>
              <a:t>Everything on a RPI4 </a:t>
            </a:r>
            <a:endParaRPr/>
          </a:p>
          <a:p>
            <a:pPr marL="217793" indent="-217793">
              <a:buFont typeface="Arial"/>
              <a:buChar char="–"/>
              <a:defRPr/>
            </a:pPr>
            <a:endParaRPr/>
          </a:p>
          <a:p>
            <a:pPr marL="217793" indent="-217793">
              <a:buFont typeface="Arial"/>
              <a:buChar char="–"/>
              <a:defRPr/>
            </a:pPr>
            <a:r>
              <a:rPr/>
              <a:t>Actuator side we have a fan, heating element, led light and a water pump but at this stage only the water pump is handled, the other are there for future improvement </a:t>
            </a:r>
            <a:endParaRPr/>
          </a:p>
          <a:p>
            <a:pPr marL="217793" indent="-217793">
              <a:buFont typeface="Arial"/>
              <a:buChar char="–"/>
              <a:defRPr/>
            </a:pPr>
            <a:endParaRPr/>
          </a:p>
          <a:p>
            <a:pPr marL="217793" indent="-217793">
              <a:buFont typeface="Arial"/>
              <a:buChar char="–"/>
              <a:defRPr/>
            </a:pPr>
            <a:r>
              <a:rPr/>
              <a:t>Basil : experiment subject because it grows indoor and shows measurable changes over a relatively short period of time when its environment changes</a:t>
            </a:r>
            <a:endParaRPr/>
          </a:p>
          <a:p>
            <a:pPr marL="217793" indent="-217793">
              <a:buFont typeface="Arial"/>
              <a:buChar char="–"/>
              <a:defRPr/>
            </a:pPr>
            <a:endParaRPr/>
          </a:p>
        </p:txBody>
      </p:sp>
      <p:sp>
        <p:nvSpPr>
          <p:cNvPr id="74220173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59022033" name="Footer Placeholder 5"/>
          <p:cNvSpPr>
            <a:spLocks noGrp="1"/>
          </p:cNvSpPr>
          <p:nvPr>
            <p:ph type="ftr" sz="quarter" idx="4"/>
          </p:nvPr>
        </p:nvSpPr>
        <p:spPr bwMode="auto">
          <a:xfrm>
            <a:off x="0" y="8685211"/>
            <a:ext cx="2971800" cy="458785"/>
          </a:xfrm>
          <a:prstGeom prst="rect">
            <a:avLst/>
          </a:prstGeom>
        </p:spPr>
        <p:txBody>
          <a:bodyPr vert="horz" lIns="91440" tIns="45720" rIns="91440" bIns="45720" rtlCol="0" anchor="b"/>
          <a:lstStyle>
            <a:lvl1pPr algn="l">
              <a:defRPr sz="1200"/>
            </a:lvl1pPr>
          </a:lstStyle>
          <a:p>
            <a:pPr>
              <a:defRPr/>
            </a:pPr>
            <a:endParaRPr/>
          </a:p>
        </p:txBody>
      </p:sp>
      <p:sp>
        <p:nvSpPr>
          <p:cNvPr id="320839768" name="Slide Image Placeholder 1"/>
          <p:cNvSpPr>
            <a:spLocks noGrp="1"/>
          </p:cNvSpPr>
          <p:nvPr>
            <p:ph type="sldImg" idx="2"/>
          </p:nvPr>
        </p:nvSpPr>
        <p:spPr bwMode="auto"/>
      </p:sp>
      <p:sp>
        <p:nvSpPr>
          <p:cNvPr id="705371806" name="Notes Placeholder 2"/>
          <p:cNvSpPr>
            <a:spLocks noGrp="1"/>
          </p:cNvSpPr>
          <p:nvPr>
            <p:ph type="body" sz="quarter" idx="3"/>
          </p:nvPr>
        </p:nvSpPr>
        <p:spPr bwMode="auto"/>
        <p:txBody>
          <a:bodyPr/>
          <a:lstStyle/>
          <a:p>
            <a:pPr>
              <a:defRPr/>
            </a:pPr>
            <a:r>
              <a:rPr lang="en-US" sz="1200" b="0" i="0" u="none" strike="noStrike" cap="none" spc="0">
                <a:solidFill>
                  <a:srgbClr val="000000"/>
                </a:solidFill>
                <a:latin typeface="Calibri"/>
                <a:ea typeface="Calibri"/>
                <a:cs typeface="Calibri"/>
              </a:rPr>
              <a:t>Broad overview of the system </a:t>
            </a:r>
            <a:endParaRPr lang="en-US" sz="1200" b="0" i="0" u="none" strike="noStrike" cap="none" spc="0">
              <a:solidFill>
                <a:srgbClr val="000000"/>
              </a:solidFill>
              <a:latin typeface="Calibri"/>
              <a:cs typeface="Calibri"/>
            </a:endParaRPr>
          </a:p>
          <a:p>
            <a:pPr>
              <a:defRPr/>
            </a:pPr>
            <a:r>
              <a:rPr lang="en-US" sz="1200" b="0" i="0" u="none" strike="noStrike" cap="none" spc="0">
                <a:solidFill>
                  <a:srgbClr val="000000"/>
                </a:solidFill>
                <a:latin typeface="Calibri"/>
                <a:ea typeface="Calibri"/>
                <a:cs typeface="Calibri"/>
              </a:rPr>
              <a:t>- Micro-service architecture, each component has its own responsibility, (independent, can scale) </a:t>
            </a:r>
            <a:endParaRPr lang="en-US" sz="1200" b="0" i="0" u="none" strike="noStrike" cap="none" spc="0">
              <a:solidFill>
                <a:srgbClr val="000000"/>
              </a:solidFill>
              <a:latin typeface="Calibri"/>
              <a:cs typeface="Calibri"/>
            </a:endParaRPr>
          </a:p>
          <a:p>
            <a:pPr>
              <a:defRPr/>
            </a:pPr>
            <a:r>
              <a:rPr lang="en-US" sz="1200" b="0" i="0" u="none" strike="noStrike" cap="none" spc="0">
                <a:solidFill>
                  <a:srgbClr val="000000"/>
                </a:solidFill>
                <a:latin typeface="Calibri"/>
                <a:ea typeface="Calibri"/>
                <a:cs typeface="Calibri"/>
              </a:rPr>
              <a:t>- Communicating through a Kafka event for live data (broadcast when multiple services needs information) and a REST API inter-module communication (history, commands, configuration)</a:t>
            </a:r>
            <a:endParaRPr lang="en-US" sz="1200" b="0" i="0" u="none" strike="noStrike" cap="none" spc="0">
              <a:solidFill>
                <a:srgbClr val="000000"/>
              </a:solidFill>
              <a:latin typeface="Calibri"/>
              <a:cs typeface="Calibri"/>
            </a:endParaRPr>
          </a:p>
          <a:p>
            <a:pPr>
              <a:defRPr/>
            </a:pPr>
            <a:endParaRPr lang="en-US" sz="1200" b="0" i="0" u="none" strike="noStrike" cap="none" spc="0">
              <a:solidFill>
                <a:srgbClr val="000000"/>
              </a:solidFill>
              <a:latin typeface="Calibri"/>
              <a:cs typeface="Calibri"/>
            </a:endParaRPr>
          </a:p>
          <a:p>
            <a:pPr>
              <a:defRPr/>
            </a:pPr>
            <a:r>
              <a:rPr lang="en-US" sz="1200" b="0" i="0" u="none" strike="noStrike" cap="none" spc="0">
                <a:solidFill>
                  <a:srgbClr val="000000"/>
                </a:solidFill>
                <a:latin typeface="Calibri"/>
                <a:ea typeface="Calibri"/>
                <a:cs typeface="Calibri"/>
              </a:rPr>
              <a:t>Follow one observation : </a:t>
            </a:r>
            <a:endParaRPr lang="en-US" sz="1200" b="0" i="0" u="none" strike="noStrike" cap="none" spc="0">
              <a:solidFill>
                <a:srgbClr val="000000"/>
              </a:solidFill>
              <a:latin typeface="Calibri"/>
              <a:ea typeface="Calibri"/>
              <a:cs typeface="Calibri"/>
            </a:endParaRPr>
          </a:p>
          <a:p>
            <a:pPr>
              <a:defRPr/>
            </a:pPr>
            <a:r>
              <a:rPr lang="en-US" sz="1200" b="0" i="0" u="none" strike="noStrike" cap="none" spc="0">
                <a:solidFill>
                  <a:srgbClr val="000000"/>
                </a:solidFill>
                <a:latin typeface="Calibri"/>
                <a:ea typeface="Calibri"/>
                <a:cs typeface="Calibri"/>
              </a:rPr>
              <a:t>- the collector reads sensors and cameras and publishes raw events </a:t>
            </a:r>
            <a:endParaRPr lang="en-US" sz="1200" b="0" i="0" u="none" strike="noStrike" cap="none" spc="0">
              <a:solidFill>
                <a:srgbClr val="000000"/>
              </a:solidFill>
              <a:latin typeface="Calibri"/>
              <a:cs typeface="Calibri"/>
            </a:endParaRPr>
          </a:p>
          <a:p>
            <a:pPr>
              <a:defRPr/>
            </a:pPr>
            <a:r>
              <a:rPr lang="en-US" sz="1200" b="0" i="0" u="none" strike="noStrike" cap="none" spc="0">
                <a:solidFill>
                  <a:srgbClr val="000000"/>
                </a:solidFill>
                <a:latin typeface="Calibri"/>
                <a:ea typeface="Calibri"/>
                <a:cs typeface="Calibri"/>
              </a:rPr>
              <a:t>- image processing turns snapshots into numeric plant variables;</a:t>
            </a:r>
            <a:endParaRPr lang="en-US" sz="1200" b="0" i="0" u="none" strike="noStrike" cap="none" spc="0">
              <a:solidFill>
                <a:srgbClr val="000000"/>
              </a:solidFill>
              <a:latin typeface="Calibri"/>
              <a:cs typeface="Calibri"/>
            </a:endParaRPr>
          </a:p>
          <a:p>
            <a:pPr>
              <a:defRPr/>
            </a:pPr>
            <a:r>
              <a:rPr lang="en-US" sz="1200" b="0" i="0" u="none" strike="noStrike" cap="none" spc="0">
                <a:solidFill>
                  <a:srgbClr val="000000"/>
                </a:solidFill>
                <a:latin typeface="Calibri"/>
                <a:ea typeface="Calibri"/>
                <a:cs typeface="Calibri"/>
              </a:rPr>
              <a:t>- preprocessing built on Spark Structured Streaming - calibrates, validates and scores every reading </a:t>
            </a:r>
            <a:endParaRPr lang="en-US" sz="1200" b="0" i="0" u="none" strike="noStrike" cap="none" spc="0">
              <a:solidFill>
                <a:srgbClr val="000000"/>
              </a:solidFill>
              <a:latin typeface="Calibri"/>
              <a:cs typeface="Calibri"/>
            </a:endParaRPr>
          </a:p>
          <a:p>
            <a:pPr>
              <a:defRPr/>
            </a:pPr>
            <a:r>
              <a:rPr lang="en-US" sz="1200" b="0" i="0" u="none" strike="noStrike" cap="none" spc="0">
                <a:solidFill>
                  <a:srgbClr val="000000"/>
                </a:solidFill>
                <a:latin typeface="Calibri"/>
                <a:ea typeface="Calibri"/>
                <a:cs typeface="Calibri"/>
              </a:rPr>
              <a:t>- storage persists processed data in TimescaleDB, which handles both time-series and relational data, so readings stay linked to actions and recommendations </a:t>
            </a:r>
            <a:endParaRPr lang="en-US" sz="1200" b="0" i="0" u="none" strike="noStrike" cap="none" spc="0">
              <a:solidFill>
                <a:srgbClr val="000000"/>
              </a:solidFill>
              <a:latin typeface="Calibri"/>
              <a:cs typeface="Calibri"/>
            </a:endParaRPr>
          </a:p>
          <a:p>
            <a:pPr>
              <a:defRPr/>
            </a:pPr>
            <a:r>
              <a:rPr lang="en-US" sz="1200" b="0" i="0" u="none" strike="noStrike" cap="none" spc="0">
                <a:solidFill>
                  <a:srgbClr val="000000"/>
                </a:solidFill>
                <a:latin typeface="Calibri"/>
                <a:ea typeface="Calibri"/>
                <a:cs typeface="Calibri"/>
              </a:rPr>
              <a:t>- analytics builds features and produces health estimates, forecasts and recommendations</a:t>
            </a:r>
            <a:endParaRPr lang="en-US" sz="1200" b="0" i="0" u="none" strike="noStrike" cap="none" spc="0">
              <a:solidFill>
                <a:srgbClr val="000000"/>
              </a:solidFill>
              <a:latin typeface="Calibri"/>
              <a:cs typeface="Calibri"/>
            </a:endParaRPr>
          </a:p>
          <a:p>
            <a:pPr>
              <a:defRPr/>
            </a:pPr>
            <a:r>
              <a:rPr lang="en-US" sz="1200" b="0" i="0" u="none" strike="noStrike" cap="none" spc="0">
                <a:solidFill>
                  <a:srgbClr val="000000"/>
                </a:solidFill>
                <a:latin typeface="Calibri"/>
                <a:ea typeface="Calibri"/>
                <a:cs typeface="Calibri"/>
              </a:rPr>
              <a:t>- the controller is the only component allowed to touch the actuators</a:t>
            </a:r>
            <a:endParaRPr lang="en-US" sz="1200" b="0" i="0" u="none" strike="noStrike" cap="none" spc="0">
              <a:solidFill>
                <a:srgbClr val="000000"/>
              </a:solidFill>
              <a:latin typeface="Calibri"/>
              <a:cs typeface="Calibri"/>
            </a:endParaRPr>
          </a:p>
          <a:p>
            <a:pPr>
              <a:defRPr/>
            </a:pPr>
            <a:r>
              <a:rPr lang="en-US" sz="1200" b="0" i="0" u="none" strike="noStrike" cap="none" spc="0">
                <a:solidFill>
                  <a:srgbClr val="000000"/>
                </a:solidFill>
                <a:latin typeface="Calibri"/>
                <a:ea typeface="Calibri"/>
                <a:cs typeface="Calibri"/>
              </a:rPr>
              <a:t>- the dashboard exposes everything to the user. </a:t>
            </a:r>
            <a:endParaRPr lang="en-US" sz="1200" b="0" i="0" u="none" strike="noStrike" cap="none" spc="0">
              <a:solidFill>
                <a:srgbClr val="000000"/>
              </a:solidFill>
              <a:latin typeface="Calibri"/>
              <a:cs typeface="Calibri"/>
            </a:endParaRPr>
          </a:p>
          <a:p>
            <a:pPr>
              <a:defRPr/>
            </a:pPr>
            <a:endParaRPr lang="en-US" sz="1200" b="0" i="0" u="none" strike="noStrike" cap="none" spc="0">
              <a:solidFill>
                <a:srgbClr val="000000"/>
              </a:solidFill>
              <a:latin typeface="Calibri"/>
              <a:cs typeface="Calibri"/>
            </a:endParaRPr>
          </a:p>
          <a:p>
            <a:pPr>
              <a:defRPr/>
            </a:pPr>
            <a:endParaRPr/>
          </a:p>
        </p:txBody>
      </p:sp>
      <p:sp>
        <p:nvSpPr>
          <p:cNvPr id="2144722013" name="Slide Number Placeholder 3"/>
          <p:cNvSpPr>
            <a:spLocks noGrp="1"/>
          </p:cNvSpPr>
          <p:nvPr>
            <p:ph type="sldNum" sz="quarter" idx="5"/>
          </p:nvPr>
        </p:nvSpPr>
        <p:spPr bwMode="auto"/>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944116552" name="Slide Image Placeholder 1"/>
          <p:cNvSpPr>
            <a:spLocks noGrp="1"/>
          </p:cNvSpPr>
          <p:nvPr>
            <p:ph type="sldImg" idx="0"/>
          </p:nvPr>
        </p:nvSpPr>
        <p:spPr bwMode="auto"/>
      </p:sp>
      <p:sp>
        <p:nvSpPr>
          <p:cNvPr id="443504307" name="Notes Placeholder 2"/>
          <p:cNvSpPr>
            <a:spLocks noGrp="1"/>
          </p:cNvSpPr>
          <p:nvPr>
            <p:ph type="body" idx="1"/>
          </p:nvPr>
        </p:nvSpPr>
        <p:spPr bwMode="auto"/>
        <p:txBody>
          <a:bodyPr/>
          <a:lstStyle/>
          <a:p>
            <a:pPr marL="217793" indent="-217793">
              <a:buFont typeface="Arial"/>
              <a:buChar char="–"/>
              <a:defRPr/>
            </a:pPr>
            <a:r>
              <a:rPr lang="en-US" sz="1200" b="0" i="0" u="none" strike="noStrike" cap="none" spc="0">
                <a:solidFill>
                  <a:srgbClr val="000000"/>
                </a:solidFill>
                <a:latin typeface="Calibri"/>
                <a:ea typeface="Calibri"/>
                <a:cs typeface="Calibri"/>
              </a:rPr>
              <a:t>We ran the prototype from the 15 April  - 15 May and collected just over a </a:t>
            </a:r>
            <a:r>
              <a:rPr lang="en-US" sz="1200" b="0" i="0" u="none" strike="noStrike" cap="none" spc="0">
                <a:solidFill>
                  <a:srgbClr val="000000"/>
                </a:solidFill>
                <a:latin typeface="Calibri"/>
                <a:ea typeface="Calibri"/>
                <a:cs typeface="Calibri"/>
              </a:rPr>
              <a:t>hundred and fifty-two thousand observations. </a:t>
            </a:r>
            <a:endParaRPr lang="en-US" sz="1200" b="0" i="0" u="none" strike="noStrike" cap="none" spc="0">
              <a:solidFill>
                <a:srgbClr val="000000"/>
              </a:solidFill>
              <a:latin typeface="Calibri"/>
              <a:ea typeface="Calibri"/>
              <a:cs typeface="Calibri"/>
            </a:endParaRPr>
          </a:p>
          <a:p>
            <a:pPr marL="217793" indent="-217793">
              <a:buFont typeface="Arial"/>
              <a:buChar char="–"/>
              <a:defRPr/>
            </a:pPr>
            <a:r>
              <a:rPr lang="en-US" sz="1200" b="0" i="0" u="none" strike="noStrike" cap="none" spc="0">
                <a:solidFill>
                  <a:srgbClr val="000000"/>
                </a:solidFill>
                <a:latin typeface="Calibri"/>
                <a:ea typeface="Calibri"/>
                <a:cs typeface="Calibri"/>
              </a:rPr>
              <a:t>Dev interruption and connection issues and hardware failures during that month =&gt; not uninterrupted operation </a:t>
            </a:r>
            <a:endParaRPr lang="en-US" sz="1200" b="0" i="0" u="none" strike="noStrike" cap="none" spc="0">
              <a:solidFill>
                <a:srgbClr val="000000"/>
              </a:solidFill>
              <a:latin typeface="Calibri"/>
              <a:ea typeface="Calibri"/>
              <a:cs typeface="Calibri"/>
            </a:endParaRPr>
          </a:p>
          <a:p>
            <a:pPr marL="217793" indent="-217793">
              <a:buFont typeface="Arial"/>
              <a:buChar char="–"/>
              <a:defRPr/>
            </a:pPr>
            <a:endParaRPr lang="en-US" sz="1200" b="0" i="0" u="none" strike="noStrike" cap="none" spc="0">
              <a:solidFill>
                <a:srgbClr val="000000"/>
              </a:solidFill>
              <a:latin typeface="Calibri"/>
              <a:cs typeface="Calibri"/>
            </a:endParaRPr>
          </a:p>
          <a:p>
            <a:pPr marL="217793" indent="-217793">
              <a:buFont typeface="Arial"/>
              <a:buChar char="–"/>
              <a:defRPr/>
            </a:pPr>
            <a:r>
              <a:rPr lang="en-US" sz="1200" b="0" i="0" u="none" strike="noStrike" cap="none" spc="0">
                <a:solidFill>
                  <a:srgbClr val="000000"/>
                </a:solidFill>
                <a:latin typeface="Calibri"/>
                <a:ea typeface="Calibri"/>
                <a:cs typeface="Calibri"/>
              </a:rPr>
              <a:t>Dry experiment to verify that the prototype could estiimates state and track features and it estimated most states as stressed and critical. Again not biologically accurate, it just proved the prototype managed to infer those states based on the received observations </a:t>
            </a:r>
            <a:endParaRPr lang="en-US" sz="1200" b="0" i="0" u="none" strike="noStrike" cap="none" spc="0">
              <a:solidFill>
                <a:srgbClr val="000000"/>
              </a:solidFill>
              <a:latin typeface="Calibri"/>
              <a:ea typeface="Calibri"/>
              <a:cs typeface="Calibri"/>
            </a:endParaRPr>
          </a:p>
          <a:p>
            <a:pPr marL="217793" indent="-217793">
              <a:buFont typeface="Arial"/>
              <a:buChar char="–"/>
              <a:defRPr/>
            </a:pPr>
            <a:r>
              <a:rPr lang="en-US" sz="1200" b="0" i="0" u="none" strike="noStrike" cap="none" spc="0">
                <a:solidFill>
                  <a:srgbClr val="000000"/>
                </a:solidFill>
                <a:latin typeface="Calibri"/>
                <a:ea typeface="Calibri"/>
                <a:cs typeface="Calibri"/>
              </a:rPr>
              <a:t>The curve on the left =&gt; Green ratio we can see during the period without watering the green ration really changed from 90% to below 50% </a:t>
            </a:r>
            <a:endParaRPr lang="en-US" sz="1200" b="0" i="0" u="none" strike="noStrike" cap="none" spc="0">
              <a:solidFill>
                <a:srgbClr val="000000"/>
              </a:solidFill>
              <a:latin typeface="Calibri"/>
              <a:cs typeface="Calibri"/>
            </a:endParaRPr>
          </a:p>
        </p:txBody>
      </p:sp>
      <p:sp>
        <p:nvSpPr>
          <p:cNvPr id="104430070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057069412" name="Slide Image Placeholder 1"/>
          <p:cNvSpPr>
            <a:spLocks noGrp="1"/>
          </p:cNvSpPr>
          <p:nvPr>
            <p:ph type="sldImg" idx="0"/>
          </p:nvPr>
        </p:nvSpPr>
        <p:spPr bwMode="auto"/>
      </p:sp>
      <p:sp>
        <p:nvSpPr>
          <p:cNvPr id="2137435941" name="Notes Placeholder 2"/>
          <p:cNvSpPr>
            <a:spLocks noGrp="1"/>
          </p:cNvSpPr>
          <p:nvPr>
            <p:ph type="body" idx="1"/>
          </p:nvPr>
        </p:nvSpPr>
        <p:spPr bwMode="auto"/>
        <p:txBody>
          <a:bodyPr/>
          <a:lstStyle/>
          <a:p>
            <a:pPr marL="217793" indent="-217793">
              <a:buFont typeface="Arial"/>
              <a:buChar char="–"/>
              <a:defRPr/>
            </a:pPr>
            <a:r>
              <a:rPr lang="en-US" sz="1200" b="0" i="0" u="none" strike="noStrike" cap="none" spc="0">
                <a:solidFill>
                  <a:srgbClr val="000000"/>
                </a:solidFill>
                <a:latin typeface="Calibri"/>
                <a:ea typeface="Calibri"/>
                <a:cs typeface="Calibri"/>
              </a:rPr>
              <a:t>Here is the soil moisture history with the pump requests. </a:t>
            </a:r>
            <a:endParaRPr lang="en-US" sz="1200" b="0" i="0" u="none" strike="noStrike" cap="none" spc="0">
              <a:solidFill>
                <a:srgbClr val="000000"/>
              </a:solidFill>
              <a:latin typeface="Calibri"/>
              <a:ea typeface="Calibri"/>
              <a:cs typeface="Calibri"/>
            </a:endParaRPr>
          </a:p>
          <a:p>
            <a:pPr marL="217793" indent="-217793">
              <a:buFont typeface="Arial"/>
              <a:buChar char="–"/>
              <a:defRPr/>
            </a:pPr>
            <a:r>
              <a:rPr lang="en-US" sz="1200" b="0" i="0" u="none" strike="noStrike" cap="none" spc="0">
                <a:solidFill>
                  <a:srgbClr val="000000"/>
                </a:solidFill>
                <a:latin typeface="Calibri"/>
                <a:ea typeface="Calibri"/>
                <a:cs typeface="Calibri"/>
              </a:rPr>
              <a:t>The line shows daily median soil moisture : </a:t>
            </a:r>
            <a:r>
              <a:rPr lang="en-US" sz="1200" b="0" i="0" u="none" strike="noStrike" cap="none" spc="0">
                <a:solidFill>
                  <a:srgbClr val="000000"/>
                </a:solidFill>
                <a:latin typeface="Calibri"/>
                <a:ea typeface="Calibri"/>
                <a:cs typeface="Calibri"/>
              </a:rPr>
              <a:t>Grey circles =&gt; manual activations, green triangles =&gt;completed autonomous irrigations, </a:t>
            </a:r>
            <a:r>
              <a:rPr lang="en-US" sz="1200" b="0" i="0" u="none" strike="noStrike" cap="none" spc="0">
                <a:solidFill>
                  <a:srgbClr val="000000"/>
                </a:solidFill>
                <a:latin typeface="Calibri"/>
                <a:ea typeface="Calibri"/>
                <a:cs typeface="Calibri"/>
              </a:rPr>
              <a:t>crosses =&gt; rejected autonomous requests.</a:t>
            </a:r>
            <a:endParaRPr lang="en-US" sz="1200" b="0" i="0" u="none" strike="noStrike" cap="none" spc="0">
              <a:solidFill>
                <a:srgbClr val="000000"/>
              </a:solidFill>
              <a:latin typeface="Calibri"/>
              <a:ea typeface="Calibri"/>
              <a:cs typeface="Calibri"/>
            </a:endParaRPr>
          </a:p>
          <a:p>
            <a:pPr marL="217793" indent="-217793">
              <a:buFont typeface="Arial"/>
              <a:buChar char="–"/>
              <a:defRPr/>
            </a:pPr>
            <a:r>
              <a:rPr lang="en-US" sz="1200" b="0" i="0" u="none" strike="noStrike" cap="none" spc="0">
                <a:solidFill>
                  <a:srgbClr val="000000"/>
                </a:solidFill>
                <a:latin typeface="Calibri"/>
                <a:ea typeface="Calibri"/>
                <a:cs typeface="Calibri"/>
              </a:rPr>
              <a:t>9 autonomous actions : 4 executed and 5 rejected (1 because of an exceeding duration, 4 because of the cooldown) </a:t>
            </a:r>
            <a:endParaRPr lang="en-US" sz="1200" b="0" i="0" u="none" strike="noStrike" cap="none" spc="0">
              <a:solidFill>
                <a:srgbClr val="000000"/>
              </a:solidFill>
              <a:latin typeface="Calibri"/>
              <a:ea typeface="Calibri"/>
              <a:cs typeface="Calibri"/>
            </a:endParaRPr>
          </a:p>
          <a:p>
            <a:pPr marL="217793" indent="-217793">
              <a:buFont typeface="Arial"/>
              <a:buChar char="–"/>
              <a:defRPr/>
            </a:pPr>
            <a:r>
              <a:rPr lang="en-US" sz="1200" b="0" i="0" u="none" strike="noStrike" cap="none" spc="0">
                <a:solidFill>
                  <a:srgbClr val="000000"/>
                </a:solidFill>
                <a:latin typeface="Calibri"/>
                <a:ea typeface="Calibri"/>
                <a:cs typeface="Calibri"/>
              </a:rPr>
              <a:t>The prototype </a:t>
            </a:r>
            <a:r>
              <a:rPr lang="en-US" sz="1200" b="0" i="0" u="none" strike="noStrike" cap="none" spc="0">
                <a:solidFill>
                  <a:srgbClr val="000000"/>
                </a:solidFill>
                <a:latin typeface="Calibri"/>
                <a:ea typeface="Calibri"/>
                <a:cs typeface="Calibri"/>
              </a:rPr>
              <a:t>managed to trigger actions based on the analytics it made and that it had an  </a:t>
            </a:r>
            <a:r>
              <a:rPr lang="en-US" sz="1200" b="0" i="0" u="none" strike="noStrike" cap="none" spc="0">
                <a:solidFill>
                  <a:srgbClr val="000000"/>
                </a:solidFill>
                <a:latin typeface="Calibri"/>
                <a:ea typeface="Calibri"/>
                <a:cs typeface="Calibri"/>
              </a:rPr>
              <a:t>impact on the soil moisture  </a:t>
            </a:r>
            <a:endParaRPr lang="en-US" sz="1200" b="0" i="0" u="none" strike="noStrike" cap="none" spc="0">
              <a:solidFill>
                <a:srgbClr val="000000"/>
              </a:solidFill>
              <a:latin typeface="Calibri"/>
              <a:ea typeface="Calibri"/>
              <a:cs typeface="Calibri"/>
            </a:endParaRPr>
          </a:p>
          <a:p>
            <a:pPr marL="217793" indent="-217793">
              <a:buFont typeface="Arial"/>
              <a:buChar char="–"/>
              <a:defRPr/>
            </a:pPr>
            <a:r>
              <a:rPr lang="en-US" sz="1200" b="0" i="0" u="none" strike="noStrike" cap="none" spc="0">
                <a:solidFill>
                  <a:srgbClr val="000000"/>
                </a:solidFill>
                <a:latin typeface="Calibri"/>
                <a:ea typeface="Calibri"/>
                <a:cs typeface="Calibri"/>
              </a:rPr>
              <a:t>However because the deployment period was limited and that only this much </a:t>
            </a:r>
            <a:r>
              <a:rPr lang="en-US" sz="1200" b="0" i="0" u="none" strike="noStrike" cap="none" spc="0">
                <a:solidFill>
                  <a:srgbClr val="000000"/>
                </a:solidFill>
                <a:latin typeface="Calibri"/>
                <a:ea typeface="Calibri"/>
                <a:cs typeface="Calibri"/>
              </a:rPr>
              <a:t>of actions has been taken its does not give enough evidence to claim how good that the watering startegy was</a:t>
            </a:r>
            <a:endParaRPr lang="en-US" sz="1200" b="0" i="0" u="none" strike="noStrike" cap="none" spc="0">
              <a:solidFill>
                <a:srgbClr val="000000"/>
              </a:solidFill>
              <a:latin typeface="Calibri"/>
              <a:ea typeface="Calibri"/>
              <a:cs typeface="Calibri"/>
            </a:endParaRPr>
          </a:p>
          <a:p>
            <a:pPr marL="217793" indent="-217793">
              <a:buFont typeface="Arial"/>
              <a:buChar char="–"/>
              <a:defRPr/>
            </a:pPr>
            <a:endParaRPr lang="en-US" sz="1200" b="0" i="0" u="none" strike="noStrike" cap="none" spc="0">
              <a:solidFill>
                <a:srgbClr val="000000"/>
              </a:solidFill>
              <a:latin typeface="Calibri"/>
              <a:cs typeface="Calibri"/>
            </a:endParaRPr>
          </a:p>
        </p:txBody>
      </p:sp>
      <p:sp>
        <p:nvSpPr>
          <p:cNvPr id="108196261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646655526" name="Slide Image Placeholder 1"/>
          <p:cNvSpPr>
            <a:spLocks noGrp="1"/>
          </p:cNvSpPr>
          <p:nvPr>
            <p:ph type="sldImg" idx="0"/>
          </p:nvPr>
        </p:nvSpPr>
        <p:spPr bwMode="auto"/>
      </p:sp>
      <p:sp>
        <p:nvSpPr>
          <p:cNvPr id="1556302957" name="Notes Placeholder 2"/>
          <p:cNvSpPr>
            <a:spLocks noGrp="1"/>
          </p:cNvSpPr>
          <p:nvPr>
            <p:ph type="body" idx="1"/>
          </p:nvPr>
        </p:nvSpPr>
        <p:spPr bwMode="auto"/>
        <p:txBody>
          <a:bodyPr/>
          <a:lstStyle/>
          <a:p>
            <a:pPr>
              <a:defRPr/>
            </a:pPr>
            <a:r>
              <a:rPr lang="en-US" sz="1200" b="0" i="0" u="none" strike="noStrike" cap="none" spc="0">
                <a:solidFill>
                  <a:srgbClr val="000000"/>
                </a:solidFill>
                <a:latin typeface="Calibri"/>
                <a:ea typeface="Calibri"/>
                <a:cs typeface="Calibri"/>
              </a:rPr>
              <a:t>These images illustrate the visual effect of the actions on the plant.</a:t>
            </a:r>
            <a:r>
              <a:rPr/>
              <a:t> </a:t>
            </a:r>
            <a:endParaRPr/>
          </a:p>
          <a:p>
            <a:pPr>
              <a:defRPr/>
            </a:pPr>
            <a:r>
              <a:rPr lang="en-US" sz="1200" b="0" i="0" u="none" strike="noStrike" cap="none" spc="0">
                <a:solidFill>
                  <a:srgbClr val="000000"/>
                </a:solidFill>
                <a:latin typeface="Calibri"/>
                <a:ea typeface="Calibri"/>
                <a:cs typeface="Calibri"/>
              </a:rPr>
              <a:t>You can see a change in the plant's appearance. The measurements also change over the </a:t>
            </a:r>
            <a:r>
              <a:rPr lang="en-US" sz="1200" b="0" i="0" u="none" strike="noStrike" cap="none" spc="0">
                <a:solidFill>
                  <a:srgbClr val="000000"/>
                </a:solidFill>
                <a:latin typeface="Calibri"/>
                <a:ea typeface="Calibri"/>
                <a:cs typeface="Calibri"/>
              </a:rPr>
              <a:t>surrounding days. That actually support the green ratio plot I showed you earlier </a:t>
            </a:r>
            <a:endParaRPr lang="en-US" sz="1200" b="0" i="0" u="none" strike="noStrike" cap="none" spc="0">
              <a:solidFill>
                <a:srgbClr val="000000"/>
              </a:solidFill>
              <a:latin typeface="Calibri"/>
              <a:cs typeface="Calibri"/>
            </a:endParaRPr>
          </a:p>
        </p:txBody>
      </p:sp>
      <p:sp>
        <p:nvSpPr>
          <p:cNvPr id="141203023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7544621" name="Slide Image Placeholder 1"/>
          <p:cNvSpPr>
            <a:spLocks noGrp="1"/>
          </p:cNvSpPr>
          <p:nvPr>
            <p:ph type="sldImg" idx="0"/>
          </p:nvPr>
        </p:nvSpPr>
        <p:spPr bwMode="auto"/>
      </p:sp>
      <p:sp>
        <p:nvSpPr>
          <p:cNvPr id="537156734" name="Notes Placeholder 2"/>
          <p:cNvSpPr>
            <a:spLocks noGrp="1"/>
          </p:cNvSpPr>
          <p:nvPr>
            <p:ph type="body" idx="1"/>
          </p:nvPr>
        </p:nvSpPr>
        <p:spPr bwMode="auto"/>
        <p:txBody>
          <a:bodyPr/>
          <a:lstStyle/>
          <a:p>
            <a:pPr marL="217793" indent="-217793">
              <a:buFont typeface="Arial"/>
              <a:buChar char="–"/>
              <a:defRPr/>
            </a:pPr>
            <a:r>
              <a:rPr lang="en-US" sz="1200" b="0" i="0" u="none" strike="noStrike" cap="none" spc="0">
                <a:solidFill>
                  <a:srgbClr val="000000"/>
                </a:solidFill>
                <a:latin typeface="Calibri"/>
                <a:ea typeface="Calibri"/>
                <a:cs typeface="Calibri"/>
              </a:rPr>
              <a:t>We also evaluated the three-hour forecast against a simple baseline. Persistence predicts that </a:t>
            </a:r>
            <a:r>
              <a:rPr lang="en-US" sz="1200" b="0" i="0" u="none" strike="noStrike" cap="none" spc="0">
                <a:solidFill>
                  <a:srgbClr val="000000"/>
                </a:solidFill>
                <a:latin typeface="Calibri"/>
                <a:ea typeface="Calibri"/>
                <a:cs typeface="Calibri"/>
              </a:rPr>
              <a:t>moisture three hours from now will equal the current reading.</a:t>
            </a:r>
            <a:endParaRPr lang="en-US" sz="1200" b="0" i="0" u="none" strike="noStrike" cap="none" spc="0">
              <a:solidFill>
                <a:srgbClr val="000000"/>
              </a:solidFill>
              <a:latin typeface="Calibri"/>
              <a:ea typeface="Calibri"/>
              <a:cs typeface="Calibri"/>
            </a:endParaRPr>
          </a:p>
          <a:p>
            <a:pPr marL="217793" indent="-217793">
              <a:buFont typeface="Arial"/>
              <a:buChar char="–"/>
              <a:defRPr/>
            </a:pPr>
            <a:r>
              <a:rPr lang="en-US" sz="1200" b="0" i="0" u="none" strike="noStrike" cap="none" spc="0">
                <a:solidFill>
                  <a:srgbClr val="000000"/>
                </a:solidFill>
                <a:latin typeface="Calibri"/>
                <a:ea typeface="Calibri"/>
                <a:cs typeface="Calibri"/>
              </a:rPr>
              <a:t>The RLS performed worse than I expected maybe because it ignores temperature, light and humidity, and it lags sudden changes around watering.</a:t>
            </a:r>
            <a:r>
              <a:rPr lang="en-US" sz="1200" b="0" i="0" u="none" strike="noStrike" cap="none" spc="0">
                <a:solidFill>
                  <a:srgbClr val="000000"/>
                </a:solidFill>
                <a:latin typeface="Calibri"/>
                <a:ea typeface="Calibri"/>
                <a:cs typeface="Calibri"/>
              </a:rPr>
              <a:t> </a:t>
            </a:r>
            <a:endParaRPr lang="en-US" sz="1200" b="0" i="0" u="none" strike="noStrike" cap="none" spc="0">
              <a:solidFill>
                <a:srgbClr val="000000"/>
              </a:solidFill>
              <a:latin typeface="Calibri"/>
              <a:ea typeface="Calibri"/>
              <a:cs typeface="Calibri"/>
            </a:endParaRPr>
          </a:p>
          <a:p>
            <a:pPr marL="217793" indent="-217793">
              <a:buFont typeface="Arial"/>
              <a:buChar char="–"/>
              <a:defRPr/>
            </a:pPr>
            <a:r>
              <a:rPr lang="en-US" sz="1200" b="0" i="0" u="none" strike="noStrike" cap="none" spc="0">
                <a:solidFill>
                  <a:srgbClr val="000000"/>
                </a:solidFill>
                <a:latin typeface="Calibri"/>
                <a:ea typeface="Calibri"/>
                <a:cs typeface="Calibri"/>
              </a:rPr>
              <a:t>During the evaluation period the Persistencec baseline surprisingly performed a bit better. </a:t>
            </a:r>
            <a:endParaRPr lang="en-US" sz="1200" b="0" i="0" u="none" strike="noStrike" cap="none" spc="0">
              <a:solidFill>
                <a:srgbClr val="000000"/>
              </a:solidFill>
              <a:latin typeface="Calibri"/>
              <a:ea typeface="Calibri"/>
              <a:cs typeface="Calibri"/>
            </a:endParaRPr>
          </a:p>
          <a:p>
            <a:pPr marL="217793" indent="-217793">
              <a:buFont typeface="Arial"/>
              <a:buChar char="–"/>
              <a:defRPr/>
            </a:pPr>
            <a:r>
              <a:rPr lang="en-US" sz="1200" b="0" i="0" u="none" strike="noStrike" cap="none" spc="0">
                <a:solidFill>
                  <a:srgbClr val="000000"/>
                </a:solidFill>
                <a:latin typeface="Calibri"/>
                <a:ea typeface="Calibri"/>
                <a:cs typeface="Calibri"/>
              </a:rPr>
              <a:t>This is a clearly a point for later improvement</a:t>
            </a:r>
            <a:endParaRPr lang="en-US" sz="1200" b="0" i="0" u="none" strike="noStrike" cap="none" spc="0">
              <a:solidFill>
                <a:srgbClr val="000000"/>
              </a:solidFill>
              <a:latin typeface="Calibri"/>
              <a:cs typeface="Calibri"/>
            </a:endParaRPr>
          </a:p>
        </p:txBody>
      </p:sp>
      <p:sp>
        <p:nvSpPr>
          <p:cNvPr id="117713317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58106057" name="Slide Image Placeholder 1"/>
          <p:cNvSpPr>
            <a:spLocks noGrp="1"/>
          </p:cNvSpPr>
          <p:nvPr>
            <p:ph type="sldImg" idx="0"/>
          </p:nvPr>
        </p:nvSpPr>
        <p:spPr bwMode="auto"/>
      </p:sp>
      <p:sp>
        <p:nvSpPr>
          <p:cNvPr id="821472154" name="Notes Placeholder 2"/>
          <p:cNvSpPr>
            <a:spLocks noGrp="1"/>
          </p:cNvSpPr>
          <p:nvPr>
            <p:ph type="body" idx="1"/>
          </p:nvPr>
        </p:nvSpPr>
        <p:spPr bwMode="auto"/>
        <p:txBody>
          <a:bodyPr/>
          <a:lstStyle/>
          <a:p>
            <a:pPr marL="217793" indent="-217793">
              <a:buFont typeface="Arial"/>
              <a:buChar char="–"/>
              <a:defRPr/>
            </a:pPr>
            <a:r>
              <a:rPr/>
              <a:t>Althought the prototype was able to retrive observation quasi-continuously, infer health state, make predictions and trigger actions, the prototype is still at an early stage and there are limitation to the current state and some more work to do </a:t>
            </a:r>
            <a:endParaRPr/>
          </a:p>
          <a:p>
            <a:pPr marL="217793" indent="-217793">
              <a:buFont typeface="Arial"/>
              <a:buChar char="–"/>
              <a:defRPr/>
            </a:pPr>
            <a:r>
              <a:rPr/>
              <a:t>First : the prototype was evalutation over a short period of time with no control group and only the pump was tested. </a:t>
            </a:r>
            <a:r>
              <a:rPr lang="en-US" sz="1200" b="0" i="0" u="none" strike="noStrike" cap="none" spc="0">
                <a:solidFill>
                  <a:srgbClr val="000000"/>
                </a:solidFill>
                <a:latin typeface="Calibri"/>
                <a:ea typeface="Calibri"/>
                <a:cs typeface="Calibri"/>
              </a:rPr>
              <a:t>We can examine the operation of the system, but we can't establish a long-term </a:t>
            </a:r>
            <a:r>
              <a:rPr lang="en-US" sz="1200" b="0" i="0" u="none" strike="noStrike" cap="none" spc="0">
                <a:solidFill>
                  <a:srgbClr val="000000"/>
                </a:solidFill>
                <a:latin typeface="Calibri"/>
                <a:ea typeface="Calibri"/>
                <a:cs typeface="Calibri"/>
              </a:rPr>
              <a:t>health benefit.</a:t>
            </a:r>
            <a:endParaRPr lang="en-US" sz="1200" b="0" i="0" u="none" strike="noStrike" cap="none" spc="0">
              <a:solidFill>
                <a:srgbClr val="000000"/>
              </a:solidFill>
              <a:latin typeface="Calibri"/>
              <a:ea typeface="Calibri"/>
              <a:cs typeface="Calibri"/>
            </a:endParaRPr>
          </a:p>
          <a:p>
            <a:pPr marL="217793" indent="-217793">
              <a:buFont typeface="Arial"/>
              <a:buChar char="–"/>
              <a:defRPr/>
            </a:pPr>
            <a:r>
              <a:rPr lang="en-US" sz="1200" b="0" i="0" u="none" strike="noStrike" cap="none" spc="0">
                <a:solidFill>
                  <a:srgbClr val="000000"/>
                </a:solidFill>
                <a:latin typeface="Calibri"/>
                <a:ea typeface="Calibri"/>
                <a:cs typeface="Calibri"/>
              </a:rPr>
              <a:t>O</a:t>
            </a:r>
            <a:r>
              <a:rPr lang="en-US" sz="1200" b="0" i="0" u="none" strike="noStrike" cap="none" spc="0">
                <a:solidFill>
                  <a:srgbClr val="000000"/>
                </a:solidFill>
                <a:latin typeface="+mn-lt"/>
                <a:ea typeface="+mn-ea"/>
                <a:cs typeface="+mn-cs"/>
              </a:rPr>
              <a:t>perational fragility, </a:t>
            </a:r>
            <a:r>
              <a:rPr lang="en-US" sz="1200" b="0" i="0" u="none" strike="noStrike" cap="none" spc="0">
                <a:solidFill>
                  <a:schemeClr val="tx1"/>
                </a:solidFill>
                <a:latin typeface="Calibri"/>
                <a:ea typeface="Calibri"/>
                <a:cs typeface="Calibri"/>
              </a:rPr>
              <a:t>low-cost sensors disconnected, one camera failed, and image quality limited the derived plant features. At the same time, the Raspberry Pi reached its four-gigabyte memory limit, and some crashes required a manual reboot.</a:t>
            </a:r>
            <a:endParaRPr lang="en-US" sz="1200" b="0" i="0" u="none" strike="noStrike" cap="none" spc="0">
              <a:solidFill>
                <a:schemeClr val="tx1"/>
              </a:solidFill>
              <a:latin typeface="Times New Roman"/>
              <a:cs typeface="Times New Roman"/>
            </a:endParaRPr>
          </a:p>
          <a:p>
            <a:pPr marL="217793" indent="-217793">
              <a:buFont typeface="Arial"/>
              <a:buChar char="–"/>
              <a:defRPr/>
            </a:pPr>
            <a:r>
              <a:rPr lang="en-US" sz="1200" b="0" i="0" u="none" strike="noStrike" cap="none" spc="0">
                <a:solidFill>
                  <a:schemeClr val="tx1"/>
                </a:solidFill>
                <a:latin typeface="Calibri"/>
                <a:ea typeface="Calibri"/>
                <a:cs typeface="Calibri"/>
              </a:rPr>
              <a:t>Additionally, the health thresholds remain specific to the prototype. and we also although the system was  </a:t>
            </a:r>
            <a:r>
              <a:rPr lang="en-US" sz="1200" b="0" i="0" u="none" strike="noStrike" cap="none" spc="0">
                <a:solidFill>
                  <a:schemeClr val="tx1"/>
                </a:solidFill>
                <a:latin typeface="Calibri"/>
                <a:ea typeface="Calibri"/>
                <a:cs typeface="Calibri"/>
              </a:rPr>
              <a:t>designed to be extendable and scalable, we did not test it on multiple plants or diverse environment conditions.</a:t>
            </a:r>
            <a:endParaRPr lang="en-US" sz="1200" b="0" i="0" u="none" strike="noStrike" cap="none" spc="0">
              <a:solidFill>
                <a:schemeClr val="tx1"/>
              </a:solidFill>
              <a:latin typeface="Calibri"/>
              <a:cs typeface="Calibri"/>
            </a:endParaRPr>
          </a:p>
          <a:p>
            <a:pPr marL="217793" indent="-217793">
              <a:buFont typeface="Arial"/>
              <a:buChar char="–"/>
              <a:defRPr/>
            </a:pPr>
            <a:endParaRPr lang="en-US" sz="1200" b="0" i="0" u="none" strike="noStrike" cap="none" spc="0">
              <a:solidFill>
                <a:srgbClr val="000000"/>
              </a:solidFill>
              <a:latin typeface="Calibri"/>
              <a:cs typeface="Calibri"/>
            </a:endParaRPr>
          </a:p>
          <a:p>
            <a:pPr marL="217793" indent="-217793">
              <a:buFont typeface="Arial"/>
              <a:buChar char="–"/>
              <a:defRPr/>
            </a:pPr>
            <a:r>
              <a:rPr lang="en-US" sz="1200" b="0" i="0" u="none" strike="noStrike" cap="none" spc="0">
                <a:solidFill>
                  <a:schemeClr val="tx1"/>
                </a:solidFill>
                <a:latin typeface="Calibri"/>
                <a:ea typeface="Calibri"/>
                <a:cs typeface="Calibri"/>
              </a:rPr>
              <a:t>OTHER LIMITATIONS THAT ARE NOT SPECIFIC TO OUR PROTOTYPE BUT RATHER THE CONCEPT:</a:t>
            </a:r>
            <a:br>
              <a:rPr lang="en-US" sz="1200" b="0" i="0" u="none" strike="noStrike" cap="none" spc="0">
                <a:solidFill>
                  <a:schemeClr val="tx1"/>
                </a:solidFill>
                <a:latin typeface="Calibri"/>
                <a:ea typeface="Calibri"/>
                <a:cs typeface="Calibri"/>
              </a:rPr>
            </a:br>
            <a:r>
              <a:rPr lang="en-US" sz="1200" b="0" i="0" u="none" strike="noStrike" cap="none" spc="0">
                <a:solidFill>
                  <a:schemeClr val="tx1"/>
                </a:solidFill>
                <a:latin typeface="Franklin Gothic Book"/>
                <a:ea typeface="Franklin Gothic Book"/>
                <a:cs typeface="Franklin Gothic Book"/>
              </a:rPr>
              <a:t>Hardware failures, sensors only partly observe the plant, </a:t>
            </a:r>
            <a:r>
              <a:rPr lang="en-US" sz="1200" b="0" i="0" u="none" strike="noStrike" cap="none" spc="0">
                <a:solidFill>
                  <a:schemeClr val="tx1"/>
                </a:solidFill>
                <a:latin typeface="Franklin Gothic Book"/>
                <a:ea typeface="Franklin Gothic Book"/>
                <a:cs typeface="Franklin Gothic Book"/>
              </a:rPr>
              <a:t>its state is difficult to model, and slow responses make action effects difficult to isolate without longer, controlled experiments.</a:t>
            </a:r>
            <a:endParaRPr lang="en-US" sz="1200" b="0" i="0" u="none" strike="noStrike" cap="none" spc="0">
              <a:solidFill>
                <a:srgbClr val="000000"/>
              </a:solidFill>
              <a:latin typeface="Calibri"/>
              <a:cs typeface="Calibri"/>
            </a:endParaRPr>
          </a:p>
        </p:txBody>
      </p:sp>
      <p:sp>
        <p:nvSpPr>
          <p:cNvPr id="90035818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610665667" name="Slide Image Placeholder 1"/>
          <p:cNvSpPr>
            <a:spLocks noGrp="1"/>
          </p:cNvSpPr>
          <p:nvPr>
            <p:ph type="sldImg" idx="0"/>
          </p:nvPr>
        </p:nvSpPr>
        <p:spPr bwMode="auto"/>
      </p:sp>
      <p:sp>
        <p:nvSpPr>
          <p:cNvPr id="45093197" name="Notes Placeholder 2"/>
          <p:cNvSpPr>
            <a:spLocks noGrp="1"/>
          </p:cNvSpPr>
          <p:nvPr>
            <p:ph type="body" idx="1"/>
          </p:nvPr>
        </p:nvSpPr>
        <p:spPr bwMode="auto"/>
        <p:txBody>
          <a:bodyPr/>
          <a:lstStyle/>
          <a:p>
            <a:pPr marL="217793" indent="-217793">
              <a:buFont typeface="Arial"/>
              <a:buChar char="–"/>
              <a:defRPr/>
            </a:pPr>
            <a:r>
              <a:rPr lang="en-US" sz="1200" b="0" i="0" u="none" strike="noStrike" cap="none" spc="0">
                <a:solidFill>
                  <a:srgbClr val="000000"/>
                </a:solidFill>
                <a:latin typeface="Calibri"/>
                <a:ea typeface="Calibri"/>
                <a:cs typeface="Calibri"/>
              </a:rPr>
              <a:t>To conclude, we built a complete plant-level digital twin pipeline and ran it for thirty days. </a:t>
            </a:r>
            <a:endParaRPr/>
          </a:p>
          <a:p>
            <a:pPr marL="217793" indent="-217793">
              <a:buFont typeface="Arial"/>
              <a:buChar char="–"/>
              <a:defRPr/>
            </a:pPr>
            <a:r>
              <a:rPr lang="en-US" sz="1200" b="0" i="0" u="none" strike="noStrike" cap="none" spc="0">
                <a:solidFill>
                  <a:srgbClr val="000000"/>
                </a:solidFill>
                <a:latin typeface="Calibri"/>
                <a:ea typeface="Calibri"/>
                <a:cs typeface="Calibri"/>
              </a:rPr>
              <a:t>It </a:t>
            </a:r>
            <a:r>
              <a:rPr lang="en-US" sz="1200" b="0" i="0" u="none" strike="noStrike" cap="none" spc="0">
                <a:solidFill>
                  <a:srgbClr val="000000"/>
                </a:solidFill>
                <a:latin typeface="Calibri"/>
                <a:ea typeface="Calibri"/>
                <a:cs typeface="Calibri"/>
              </a:rPr>
              <a:t>combined sensor and image observations with data qualification, health estimates, forecasts, </a:t>
            </a:r>
            <a:r>
              <a:rPr lang="en-US" sz="1200" b="0" i="0" u="none" strike="noStrike" cap="none" spc="0">
                <a:solidFill>
                  <a:srgbClr val="000000"/>
                </a:solidFill>
                <a:latin typeface="Calibri"/>
                <a:ea typeface="Calibri"/>
                <a:cs typeface="Calibri"/>
              </a:rPr>
              <a:t>and even irrigation actions.</a:t>
            </a:r>
            <a:endParaRPr lang="en-US" sz="1200" b="0" i="0" u="none" strike="noStrike" cap="none" spc="0">
              <a:solidFill>
                <a:srgbClr val="000000"/>
              </a:solidFill>
              <a:latin typeface="Calibri"/>
              <a:ea typeface="Calibri"/>
              <a:cs typeface="Calibri"/>
            </a:endParaRPr>
          </a:p>
          <a:p>
            <a:pPr marL="217793" indent="-217793">
              <a:buFont typeface="Arial"/>
              <a:buChar char="–"/>
              <a:defRPr/>
            </a:pPr>
            <a:r>
              <a:rPr lang="en-US" sz="1200" b="0" i="0" u="none" strike="noStrike" cap="none" spc="0">
                <a:solidFill>
                  <a:srgbClr val="000000"/>
                </a:solidFill>
                <a:latin typeface="Calibri"/>
                <a:ea typeface="Calibri"/>
                <a:cs typeface="Calibri"/>
              </a:rPr>
              <a:t>Those results demonstrate the operation of the system. However, it does not  </a:t>
            </a:r>
            <a:r>
              <a:rPr lang="en-US" sz="1200" b="0" i="0" u="none" strike="noStrike" cap="none" spc="0">
                <a:solidFill>
                  <a:srgbClr val="000000"/>
                </a:solidFill>
                <a:latin typeface="Calibri"/>
                <a:ea typeface="Calibri"/>
                <a:cs typeface="Calibri"/>
              </a:rPr>
              <a:t>establish a benefit for the plant and that will require a controlled experiment with biological assessment.</a:t>
            </a:r>
            <a:endParaRPr lang="en-US" sz="1200" b="0" i="0" u="none" strike="noStrike" cap="none" spc="0">
              <a:solidFill>
                <a:srgbClr val="000000"/>
              </a:solidFill>
              <a:latin typeface="Calibri"/>
              <a:ea typeface="Calibri"/>
              <a:cs typeface="Calibri"/>
            </a:endParaRPr>
          </a:p>
          <a:p>
            <a:pPr marL="217793" indent="-217793">
              <a:buFont typeface="Arial"/>
              <a:buChar char="–"/>
              <a:defRPr/>
            </a:pPr>
            <a:r>
              <a:rPr lang="en-US" sz="1200" b="0" i="0" u="none" strike="noStrike" cap="none" spc="0">
                <a:solidFill>
                  <a:srgbClr val="000000"/>
                </a:solidFill>
                <a:latin typeface="Calibri"/>
                <a:ea typeface="Calibri"/>
                <a:cs typeface="Calibri"/>
              </a:rPr>
              <a:t>Future work should consist of using the current prototype (on firstly improve </a:t>
            </a:r>
            <a:r>
              <a:rPr lang="en-US" sz="1200" b="0" i="0" u="none" strike="noStrike" cap="none" spc="0">
                <a:solidFill>
                  <a:srgbClr val="000000"/>
                </a:solidFill>
                <a:latin typeface="Calibri"/>
                <a:ea typeface="Calibri"/>
                <a:cs typeface="Calibri"/>
              </a:rPr>
              <a:t>maybe add more relevent sensors, handle all actuators, better analytics </a:t>
            </a:r>
            <a:r>
              <a:rPr lang="en-US" sz="1200" b="0" i="0" u="none" strike="noStrike" cap="none" spc="0">
                <a:solidFill>
                  <a:srgbClr val="000000"/>
                </a:solidFill>
                <a:latin typeface="Calibri"/>
                <a:ea typeface="Calibri"/>
                <a:cs typeface="Calibri"/>
              </a:rPr>
              <a:t>models and finish suspended tasks) </a:t>
            </a:r>
            <a:endParaRPr lang="en-US" sz="1200" b="0" i="0" u="none" strike="noStrike" cap="none" spc="0">
              <a:solidFill>
                <a:srgbClr val="000000"/>
              </a:solidFill>
              <a:latin typeface="Calibri"/>
              <a:ea typeface="Calibri"/>
              <a:cs typeface="Calibri"/>
            </a:endParaRPr>
          </a:p>
          <a:p>
            <a:pPr marL="217793" indent="-217793">
              <a:buFont typeface="Arial"/>
              <a:buChar char="–"/>
              <a:defRPr/>
            </a:pPr>
            <a:r>
              <a:rPr lang="en-US" sz="1200" b="0" i="0" u="none" strike="noStrike" cap="none" spc="0">
                <a:solidFill>
                  <a:srgbClr val="000000"/>
                </a:solidFill>
                <a:latin typeface="Calibri"/>
                <a:ea typeface="Calibri"/>
                <a:cs typeface="Calibri"/>
              </a:rPr>
              <a:t>Using  </a:t>
            </a:r>
            <a:r>
              <a:rPr lang="en-US" sz="1200" b="0" i="0" u="none" strike="noStrike" cap="none" spc="0">
                <a:solidFill>
                  <a:srgbClr val="000000"/>
                </a:solidFill>
                <a:latin typeface="Calibri"/>
                <a:ea typeface="Calibri"/>
                <a:cs typeface="Calibri"/>
              </a:rPr>
              <a:t>the prototype as an experimental platform with longer more controlled experiments with control groups, </a:t>
            </a:r>
            <a:r>
              <a:rPr lang="en-US" sz="1200" b="0" i="0" u="none" strike="noStrike" cap="none" spc="0">
                <a:solidFill>
                  <a:srgbClr val="000000"/>
                </a:solidFill>
                <a:latin typeface="Calibri"/>
                <a:ea typeface="Calibri"/>
                <a:cs typeface="Calibri"/>
              </a:rPr>
              <a:t>different plant types and environments etc...</a:t>
            </a:r>
            <a:endParaRPr lang="en-US" sz="1200" b="0" i="0" u="none" strike="noStrike" cap="none" spc="0">
              <a:solidFill>
                <a:srgbClr val="000000"/>
              </a:solidFill>
              <a:latin typeface="Calibri"/>
              <a:ea typeface="Calibri"/>
              <a:cs typeface="Calibri"/>
            </a:endParaRPr>
          </a:p>
          <a:p>
            <a:pPr>
              <a:defRPr/>
            </a:pPr>
            <a:endParaRPr lang="en-US" sz="1200" b="0" i="0" u="none" strike="noStrike" cap="none" spc="0">
              <a:solidFill>
                <a:srgbClr val="000000"/>
              </a:solidFill>
              <a:latin typeface="Calibri"/>
              <a:cs typeface="Calibri"/>
            </a:endParaRPr>
          </a:p>
          <a:p>
            <a:pPr marL="217793" indent="-217793">
              <a:buFont typeface="Arial"/>
              <a:buChar char="–"/>
              <a:defRPr/>
            </a:pPr>
            <a:r>
              <a:rPr lang="en-US" sz="1200" b="0" i="0" u="none" strike="noStrike" cap="none" spc="0">
                <a:solidFill>
                  <a:srgbClr val="000000"/>
                </a:solidFill>
                <a:latin typeface="Calibri"/>
                <a:ea typeface="Calibri"/>
                <a:cs typeface="Calibri"/>
              </a:rPr>
              <a:t>Thank to Gianluca Bontempi and Pascal Tribel for their guidance and collaboration. And </a:t>
            </a:r>
            <a:r>
              <a:rPr lang="en-US" sz="1200" b="0" i="0" u="none" strike="noStrike" cap="none" spc="0">
                <a:solidFill>
                  <a:srgbClr val="000000"/>
                </a:solidFill>
                <a:latin typeface="Calibri"/>
                <a:ea typeface="Calibri"/>
                <a:cs typeface="Calibri"/>
              </a:rPr>
              <a:t>thank you for listening. I'm happy to take your questions.</a:t>
            </a:r>
            <a:endParaRPr lang="en-US" sz="1200" b="0" i="0" u="none" strike="noStrike" cap="none" spc="0">
              <a:solidFill>
                <a:srgbClr val="000000"/>
              </a:solidFill>
              <a:latin typeface="Calibri"/>
              <a:ea typeface="Calibri"/>
              <a:cs typeface="Calibri"/>
            </a:endParaRPr>
          </a:p>
        </p:txBody>
      </p:sp>
      <p:sp>
        <p:nvSpPr>
          <p:cNvPr id="1786101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979736823" name="Slide Image Placeholder 1"/>
          <p:cNvSpPr>
            <a:spLocks noGrp="1"/>
          </p:cNvSpPr>
          <p:nvPr>
            <p:ph type="sldImg" idx="0"/>
          </p:nvPr>
        </p:nvSpPr>
        <p:spPr bwMode="auto"/>
      </p:sp>
      <p:sp>
        <p:nvSpPr>
          <p:cNvPr id="90187553" name="Notes Placeholder 2"/>
          <p:cNvSpPr>
            <a:spLocks noGrp="1"/>
          </p:cNvSpPr>
          <p:nvPr>
            <p:ph type="body" idx="1"/>
          </p:nvPr>
        </p:nvSpPr>
        <p:spPr bwMode="auto"/>
        <p:txBody>
          <a:bodyPr/>
          <a:lstStyle/>
          <a:p>
            <a:pPr>
              <a:defRPr/>
            </a:pPr>
            <a:r>
              <a:rPr/>
              <a:t>The represented state combines environmental readings, image-derived observations and data quality. The configured quality score uses passed range, rate-of-change and stuck-value checks with weights of 0.4, 0.4 and 0.2. A passing score reflects these checks and does not establish physical accuracy.</a:t>
            </a:r>
            <a:endParaRPr/>
          </a:p>
          <a:p>
            <a:pPr>
              <a:defRPr/>
            </a:pPr>
            <a:endParaRPr/>
          </a:p>
        </p:txBody>
      </p:sp>
      <p:sp>
        <p:nvSpPr>
          <p:cNvPr id="3954270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019803303" name="Footer Placeholder 5"/>
          <p:cNvSpPr>
            <a:spLocks noGrp="1"/>
          </p:cNvSpPr>
          <p:nvPr>
            <p:ph type="ftr" sz="quarter" idx="4"/>
          </p:nvPr>
        </p:nvSpPr>
        <p:spPr bwMode="auto">
          <a:xfrm>
            <a:off x="0" y="8685210"/>
            <a:ext cx="2971800" cy="458784"/>
          </a:xfrm>
          <a:prstGeom prst="rect">
            <a:avLst/>
          </a:prstGeom>
        </p:spPr>
        <p:txBody>
          <a:bodyPr vert="horz" lIns="91440" tIns="45720" rIns="91440" bIns="45720" rtlCol="0" anchor="b"/>
          <a:lstStyle>
            <a:lvl1pPr algn="l">
              <a:defRPr sz="1200"/>
            </a:lvl1pPr>
          </a:lstStyle>
          <a:p>
            <a:pPr>
              <a:defRPr/>
            </a:pPr>
            <a:endParaRPr/>
          </a:p>
        </p:txBody>
      </p:sp>
      <p:sp>
        <p:nvSpPr>
          <p:cNvPr id="1386499822" name="Slide Image Placeholder 1"/>
          <p:cNvSpPr>
            <a:spLocks noGrp="1"/>
          </p:cNvSpPr>
          <p:nvPr>
            <p:ph type="sldImg" idx="2"/>
          </p:nvPr>
        </p:nvSpPr>
        <p:spPr bwMode="auto"/>
      </p:sp>
      <p:sp>
        <p:nvSpPr>
          <p:cNvPr id="439191543" name="Notes Placeholder 2"/>
          <p:cNvSpPr>
            <a:spLocks noGrp="1"/>
          </p:cNvSpPr>
          <p:nvPr>
            <p:ph type="body" sz="quarter" idx="3"/>
          </p:nvPr>
        </p:nvSpPr>
        <p:spPr bwMode="auto"/>
        <p:txBody>
          <a:bodyPr/>
          <a:lstStyle/>
          <a:p>
            <a:pPr marL="217793" indent="-217793">
              <a:buFont typeface="Arial"/>
              <a:buChar char="–"/>
              <a:defRPr/>
            </a:pPr>
            <a:r>
              <a:rPr lang="en-US" sz="1200" b="0" i="0" u="none" strike="noStrike" cap="none" spc="0">
                <a:solidFill>
                  <a:srgbClr val="000000"/>
                </a:solidFill>
                <a:latin typeface="Calibri"/>
                <a:ea typeface="Calibri"/>
                <a:cs typeface="Calibri"/>
              </a:rPr>
              <a:t>So what happens inside analytics?</a:t>
            </a:r>
            <a:r>
              <a:rPr/>
              <a:t> </a:t>
            </a:r>
            <a:endParaRPr/>
          </a:p>
          <a:p>
            <a:pPr marL="217793" indent="-217793">
              <a:buFont typeface="Arial"/>
              <a:buChar char="–"/>
              <a:defRPr/>
            </a:pPr>
            <a:r>
              <a:rPr/>
              <a:t>The first part of the analytics module </a:t>
            </a:r>
            <a:r>
              <a:rPr/>
              <a:t>estimates the health of the plant using fix thresholds </a:t>
            </a:r>
            <a:endParaRPr/>
          </a:p>
          <a:p>
            <a:pPr marL="217793" indent="-217793">
              <a:buFont typeface="Arial"/>
              <a:buChar char="–"/>
              <a:defRPr/>
            </a:pPr>
            <a:r>
              <a:rPr/>
              <a:t>Reads observations from a 2h window (</a:t>
            </a:r>
            <a:r>
              <a:rPr lang="en-US" sz="1200" b="0" i="0" u="none" strike="noStrike" cap="none" spc="0">
                <a:solidFill>
                  <a:srgbClr val="000000"/>
                </a:solidFill>
                <a:latin typeface="Calibri"/>
                <a:ea typeface="Calibri"/>
                <a:cs typeface="Calibri"/>
              </a:rPr>
              <a:t>focus on short and recent fluctuation</a:t>
            </a:r>
            <a:r>
              <a:rPr/>
              <a:t>) and a 24H window </a:t>
            </a:r>
            <a:r>
              <a:rPr lang="en-US" sz="1200" b="0" i="0" u="none" strike="noStrike" cap="none" spc="0">
                <a:solidFill>
                  <a:srgbClr val="000000"/>
                </a:solidFill>
                <a:latin typeface="Calibri"/>
                <a:ea typeface="Calibri"/>
                <a:cs typeface="Calibri"/>
              </a:rPr>
              <a:t>(longer trends not visible on short)</a:t>
            </a:r>
            <a:r>
              <a:rPr/>
              <a:t>  </a:t>
            </a:r>
            <a:endParaRPr/>
          </a:p>
          <a:p>
            <a:pPr marL="217793" indent="-217793">
              <a:buFont typeface="Arial"/>
              <a:buChar char="–"/>
              <a:defRPr/>
            </a:pPr>
            <a:r>
              <a:rPr/>
              <a:t>Then analyse those features into 4 groups </a:t>
            </a:r>
            <a:endParaRPr/>
          </a:p>
          <a:p>
            <a:pPr marL="217793" indent="-217793">
              <a:buFont typeface="Arial"/>
              <a:buChar char="–"/>
              <a:defRPr/>
            </a:pPr>
            <a:r>
              <a:rPr/>
              <a:t>Hydratation will focus on the soil moisture trends and dryness of the plant  </a:t>
            </a:r>
            <a:endParaRPr/>
          </a:p>
          <a:p>
            <a:pPr marL="217793" indent="-217793">
              <a:buFont typeface="Arial"/>
              <a:buChar char="–"/>
              <a:defRPr/>
            </a:pPr>
            <a:r>
              <a:rPr/>
              <a:t>Atmosphere is the environment with t° and h% and vapor pressure deficit wich represent the environement of the plant </a:t>
            </a:r>
            <a:endParaRPr/>
          </a:p>
          <a:p>
            <a:pPr marL="217793" indent="-217793">
              <a:buFont typeface="Arial"/>
              <a:buChar char="–"/>
              <a:defRPr/>
            </a:pPr>
            <a:r>
              <a:rPr/>
              <a:t>Vitality represent visual features trends of the plant </a:t>
            </a:r>
            <a:endParaRPr/>
          </a:p>
          <a:p>
            <a:pPr marL="217793" indent="-217793">
              <a:buFont typeface="Arial"/>
              <a:buChar char="–"/>
              <a:defRPr/>
            </a:pPr>
            <a:r>
              <a:rPr/>
              <a:t>Observality focus on the data quality and if we have enough data to evaluation, if it recent enough etc... Because we do not want low-quality data to have an impact on the future decisions </a:t>
            </a:r>
            <a:endParaRPr/>
          </a:p>
          <a:p>
            <a:pPr marL="217793" indent="-217793">
              <a:buFont typeface="Arial"/>
              <a:buChar char="–"/>
              <a:defRPr/>
            </a:pPr>
            <a:endParaRPr/>
          </a:p>
          <a:p>
            <a:pPr marL="217793" indent="-217793">
              <a:buFont typeface="Arial"/>
              <a:buChar char="–"/>
              <a:defRPr/>
            </a:pPr>
            <a:r>
              <a:rPr/>
              <a:t>Estimator combines them into 4 groups to have an estimation of the health. Note that we haven’t validated the results again expert biological assessments =&gt; I wouldn’t present them as an accurate diagnostic but it is a first step </a:t>
            </a:r>
            <a:endParaRPr/>
          </a:p>
          <a:p>
            <a:pPr marL="217793" indent="-217793">
              <a:buFont typeface="Arial"/>
              <a:buChar char="–"/>
              <a:defRPr/>
            </a:pPr>
            <a:endParaRPr/>
          </a:p>
          <a:p>
            <a:pPr marL="217793" indent="-217793">
              <a:buFont typeface="Arial"/>
              <a:buChar char="–"/>
              <a:defRPr/>
            </a:pPr>
            <a:endParaRPr/>
          </a:p>
        </p:txBody>
      </p:sp>
      <p:sp>
        <p:nvSpPr>
          <p:cNvPr id="532019860" name="Slide Number Placeholder 3"/>
          <p:cNvSpPr>
            <a:spLocks noGrp="1"/>
          </p:cNvSpPr>
          <p:nvPr>
            <p:ph type="sldNum" sz="quarter" idx="5"/>
          </p:nvPr>
        </p:nvSpPr>
        <p:spPr bwMode="auto"/>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772810329" name="Slide Image Placeholder 1"/>
          <p:cNvSpPr>
            <a:spLocks noGrp="1"/>
          </p:cNvSpPr>
          <p:nvPr>
            <p:ph type="sldImg" idx="0"/>
          </p:nvPr>
        </p:nvSpPr>
        <p:spPr bwMode="auto"/>
      </p:sp>
      <p:sp>
        <p:nvSpPr>
          <p:cNvPr id="964817949" name="Notes Placeholder 2"/>
          <p:cNvSpPr>
            <a:spLocks noGrp="1"/>
          </p:cNvSpPr>
          <p:nvPr>
            <p:ph type="body" idx="1"/>
          </p:nvPr>
        </p:nvSpPr>
        <p:spPr bwMode="auto"/>
        <p:txBody>
          <a:bodyPr/>
          <a:lstStyle/>
          <a:p>
            <a:pPr marL="217793" indent="-217793">
              <a:buFont typeface="Arial"/>
              <a:buChar char="–"/>
              <a:defRPr/>
            </a:pPr>
            <a:r>
              <a:rPr lang="en-US" sz="1200" b="0" i="0" u="none" strike="noStrike" cap="none" spc="0">
                <a:solidFill>
                  <a:srgbClr val="000000"/>
                </a:solidFill>
                <a:latin typeface="Calibri"/>
                <a:ea typeface="Calibri"/>
                <a:cs typeface="Calibri"/>
              </a:rPr>
              <a:t>The second part forecasts soil moisture three hours ahead.</a:t>
            </a:r>
            <a:r>
              <a:rPr/>
              <a:t> </a:t>
            </a:r>
            <a:endParaRPr/>
          </a:p>
          <a:p>
            <a:pPr marL="217793" indent="-217793">
              <a:buFont typeface="Arial"/>
              <a:buChar char="–"/>
              <a:defRPr/>
            </a:pPr>
            <a:r>
              <a:rPr/>
              <a:t>Use RLS </a:t>
            </a:r>
            <a:r>
              <a:rPr lang="en-US" sz="1200" b="0" i="0" u="none" strike="noStrike" cap="none" spc="0">
                <a:solidFill>
                  <a:srgbClr val="000000"/>
                </a:solidFill>
                <a:latin typeface="Calibri"/>
                <a:ea typeface="Calibri"/>
                <a:cs typeface="Calibri"/>
              </a:rPr>
              <a:t>online linear model that updates its coefficients as new readings arrive.</a:t>
            </a:r>
            <a:endParaRPr lang="en-US" sz="1200" b="0" i="0" u="none" strike="noStrike" cap="none" spc="0">
              <a:solidFill>
                <a:srgbClr val="000000"/>
              </a:solidFill>
              <a:latin typeface="Calibri"/>
              <a:ea typeface="Calibri"/>
              <a:cs typeface="Calibri"/>
            </a:endParaRPr>
          </a:p>
          <a:p>
            <a:pPr marL="217793" indent="-217793">
              <a:buFont typeface="Arial"/>
              <a:buChar char="–"/>
              <a:defRPr/>
            </a:pPr>
            <a:r>
              <a:rPr lang="en-US" sz="1200" b="0" i="0" u="none" strike="noStrike" cap="none" spc="0">
                <a:solidFill>
                  <a:srgbClr val="000000"/>
                </a:solidFill>
                <a:latin typeface="Calibri"/>
                <a:ea typeface="Calibri"/>
                <a:cs typeface="Calibri"/>
              </a:rPr>
              <a:t>In this implementation it </a:t>
            </a:r>
            <a:r>
              <a:rPr lang="en-US" sz="1200" b="0" i="0" u="none" strike="noStrike" cap="none" spc="0">
                <a:solidFill>
                  <a:srgbClr val="000000"/>
                </a:solidFill>
                <a:latin typeface="Calibri"/>
                <a:ea typeface="Calibri"/>
                <a:cs typeface="Calibri"/>
              </a:rPr>
              <a:t>learns a trend from the moisture readings over time.</a:t>
            </a:r>
            <a:endParaRPr lang="en-US" sz="1200" b="0" i="0" u="none" strike="noStrike" cap="none" spc="0">
              <a:solidFill>
                <a:srgbClr val="000000"/>
              </a:solidFill>
              <a:latin typeface="Calibri"/>
              <a:ea typeface="Calibri"/>
              <a:cs typeface="Calibri"/>
            </a:endParaRPr>
          </a:p>
          <a:p>
            <a:pPr marL="217793" indent="-217793">
              <a:buFont typeface="Arial"/>
              <a:buChar char="–"/>
              <a:defRPr/>
            </a:pPr>
            <a:endParaRPr/>
          </a:p>
          <a:p>
            <a:pPr marL="217793" indent="-217793">
              <a:buFont typeface="Arial"/>
              <a:buChar char="–"/>
              <a:defRPr/>
            </a:pPr>
            <a:r>
              <a:rPr lang="en-US" sz="1200" b="0" i="0" u="none" strike="noStrike" cap="none" spc="0">
                <a:solidFill>
                  <a:srgbClr val="000000"/>
                </a:solidFill>
                <a:latin typeface="Calibri"/>
                <a:ea typeface="Calibri"/>
                <a:cs typeface="Calibri"/>
              </a:rPr>
              <a:t>The infer a recommendation, it combines the health estimation with the soil forecasting  </a:t>
            </a:r>
            <a:endParaRPr lang="en-US" sz="1200" b="0" i="0" u="none" strike="noStrike" cap="none" spc="0">
              <a:solidFill>
                <a:srgbClr val="000000"/>
              </a:solidFill>
              <a:latin typeface="Calibri"/>
              <a:ea typeface="Calibri"/>
              <a:cs typeface="Calibri"/>
            </a:endParaRPr>
          </a:p>
          <a:p>
            <a:pPr marL="217793" indent="-217793">
              <a:buFont typeface="Arial"/>
              <a:buChar char="–"/>
              <a:defRPr/>
            </a:pPr>
            <a:r>
              <a:rPr lang="en-US" sz="1200" b="0" i="0" u="none" strike="noStrike" cap="none" spc="0">
                <a:solidFill>
                  <a:srgbClr val="000000"/>
                </a:solidFill>
                <a:latin typeface="Calibri"/>
                <a:ea typeface="Calibri"/>
                <a:cs typeface="Calibri"/>
              </a:rPr>
              <a:t>Requests 8s </a:t>
            </a:r>
            <a:r>
              <a:rPr lang="en-US" sz="1200" b="0" i="0" u="none" strike="noStrike" cap="none" spc="0">
                <a:solidFill>
                  <a:srgbClr val="000000"/>
                </a:solidFill>
                <a:latin typeface="Calibri"/>
                <a:ea typeface="Calibri"/>
                <a:cs typeface="Calibri"/>
              </a:rPr>
              <a:t>of pumping when health is stressed or critical, forecast moisture &lt;= 55%, and </a:t>
            </a:r>
            <a:r>
              <a:rPr lang="en-US" sz="1200" b="0" i="0" u="none" strike="noStrike" cap="none" spc="0">
                <a:solidFill>
                  <a:srgbClr val="000000"/>
                </a:solidFill>
                <a:latin typeface="Calibri"/>
                <a:ea typeface="Calibri"/>
                <a:cs typeface="Calibri"/>
              </a:rPr>
              <a:t>both confidence values reach 0.55.</a:t>
            </a:r>
            <a:endParaRPr lang="en-US" sz="1200" b="0" i="0" u="none" strike="noStrike" cap="none" spc="0">
              <a:solidFill>
                <a:srgbClr val="000000"/>
              </a:solidFill>
              <a:latin typeface="Calibri"/>
              <a:ea typeface="Calibri"/>
              <a:cs typeface="Calibri"/>
            </a:endParaRPr>
          </a:p>
          <a:p>
            <a:pPr marL="217793" indent="-217793">
              <a:buFont typeface="Arial"/>
              <a:buChar char="–"/>
              <a:defRPr/>
            </a:pPr>
            <a:r>
              <a:rPr lang="en-US" sz="1200" b="0" i="0" u="none" strike="noStrike" cap="none" spc="0">
                <a:solidFill>
                  <a:srgbClr val="000000"/>
                </a:solidFill>
                <a:latin typeface="Calibri"/>
                <a:ea typeface="Calibri"/>
                <a:cs typeface="Calibri"/>
              </a:rPr>
              <a:t>If there is not enough confidence or the soil moisture forecast isn’t dry the action will be to inspect the plant </a:t>
            </a:r>
            <a:endParaRPr lang="en-US" sz="1200" b="0" i="0" u="none" strike="noStrike" cap="none" spc="0">
              <a:solidFill>
                <a:srgbClr val="000000"/>
              </a:solidFill>
              <a:latin typeface="Calibri"/>
              <a:ea typeface="Calibri"/>
              <a:cs typeface="Calibri"/>
            </a:endParaRPr>
          </a:p>
          <a:p>
            <a:pPr marL="217793" indent="-217793">
              <a:buFont typeface="Arial"/>
              <a:buChar char="–"/>
              <a:defRPr/>
            </a:pPr>
            <a:endParaRPr lang="en-US" sz="1200" b="0" i="0" u="none" strike="noStrike" cap="none" spc="0">
              <a:solidFill>
                <a:srgbClr val="000000"/>
              </a:solidFill>
              <a:latin typeface="Calibri"/>
              <a:cs typeface="Calibri"/>
            </a:endParaRPr>
          </a:p>
          <a:p>
            <a:pPr marL="217793" indent="-217793">
              <a:buFont typeface="Arial"/>
              <a:buChar char="–"/>
              <a:defRPr/>
            </a:pPr>
            <a:endParaRPr lang="en-US" sz="1200" b="0" i="0" u="none" strike="noStrike" cap="none" spc="0">
              <a:solidFill>
                <a:srgbClr val="000000"/>
              </a:solidFill>
              <a:latin typeface="Calibri"/>
              <a:cs typeface="Calibri"/>
            </a:endParaRPr>
          </a:p>
        </p:txBody>
      </p:sp>
      <p:sp>
        <p:nvSpPr>
          <p:cNvPr id="37500379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91999698" name="Slide Image Placeholder 1"/>
          <p:cNvSpPr>
            <a:spLocks noGrp="1"/>
          </p:cNvSpPr>
          <p:nvPr>
            <p:ph type="sldImg" idx="0"/>
          </p:nvPr>
        </p:nvSpPr>
        <p:spPr bwMode="auto"/>
      </p:sp>
      <p:sp>
        <p:nvSpPr>
          <p:cNvPr id="195752525" name="Notes Placeholder 2"/>
          <p:cNvSpPr>
            <a:spLocks noGrp="1"/>
          </p:cNvSpPr>
          <p:nvPr>
            <p:ph type="body" idx="1"/>
          </p:nvPr>
        </p:nvSpPr>
        <p:spPr bwMode="auto"/>
        <p:txBody>
          <a:bodyPr/>
          <a:lstStyle/>
          <a:p>
            <a:pPr marL="217793" indent="-217793">
              <a:buFont typeface="Arial"/>
              <a:buChar char="–"/>
              <a:defRPr/>
            </a:pPr>
            <a:r>
              <a:rPr/>
              <a:t>Before that any actions  is executed, they need to go throught the Controller gate wich purpose is to protect the physical object from action that could harm it. </a:t>
            </a:r>
            <a:endParaRPr/>
          </a:p>
          <a:p>
            <a:pPr marL="217793" indent="-217793">
              <a:buFont typeface="Arial"/>
              <a:buChar char="–"/>
              <a:defRPr/>
            </a:pPr>
            <a:r>
              <a:rPr lang="en-US" sz="1200" b="0" i="0" u="none" strike="noStrike" cap="none" spc="0">
                <a:solidFill>
                  <a:srgbClr val="000000"/>
                </a:solidFill>
                <a:latin typeface="Calibri"/>
                <a:ea typeface="Calibri"/>
                <a:cs typeface="Calibri"/>
              </a:rPr>
              <a:t>Controller checks whether the command is allowed, duration, </a:t>
            </a:r>
            <a:r>
              <a:rPr lang="en-US" sz="1200" b="0" i="0" u="none" strike="noStrike" cap="none" spc="0">
                <a:solidFill>
                  <a:srgbClr val="000000"/>
                </a:solidFill>
                <a:latin typeface="Calibri"/>
                <a:ea typeface="Calibri"/>
                <a:cs typeface="Calibri"/>
              </a:rPr>
              <a:t>enough time has passed since the previous action, overlapping</a:t>
            </a:r>
            <a:r>
              <a:rPr lang="en-US" sz="1200" b="0" i="0" u="none" strike="noStrike" cap="none" spc="0">
                <a:solidFill>
                  <a:srgbClr val="000000"/>
                </a:solidFill>
                <a:latin typeface="Calibri"/>
                <a:ea typeface="Calibri"/>
                <a:cs typeface="Calibri"/>
              </a:rPr>
              <a:t>.</a:t>
            </a:r>
            <a:endParaRPr lang="en-US" sz="1200" b="0" i="0" u="none" strike="noStrike" cap="none" spc="0">
              <a:solidFill>
                <a:srgbClr val="000000"/>
              </a:solidFill>
              <a:latin typeface="Calibri"/>
              <a:ea typeface="Calibri"/>
              <a:cs typeface="Calibri"/>
            </a:endParaRPr>
          </a:p>
          <a:p>
            <a:pPr marL="217793" indent="-217793">
              <a:buFont typeface="Arial"/>
              <a:buChar char="–"/>
              <a:defRPr/>
            </a:pPr>
            <a:r>
              <a:rPr lang="en-US" sz="1200" b="0" i="0" u="none" strike="noStrike" cap="none" spc="0">
                <a:solidFill>
                  <a:srgbClr val="000000"/>
                </a:solidFill>
                <a:latin typeface="Calibri"/>
                <a:ea typeface="Calibri"/>
                <a:cs typeface="Calibri"/>
              </a:rPr>
              <a:t>IMPORTANT THAT THE CONTROLLER DOESN’T BLINDLY ACCEPTS ACTION </a:t>
            </a:r>
            <a:endParaRPr lang="en-US" sz="1200" b="0" i="0" u="none" strike="noStrike" cap="none" spc="0">
              <a:solidFill>
                <a:srgbClr val="000000"/>
              </a:solidFill>
              <a:latin typeface="Calibri"/>
              <a:ea typeface="Calibri"/>
              <a:cs typeface="Calibri"/>
            </a:endParaRPr>
          </a:p>
          <a:p>
            <a:pPr marL="217793" indent="-217793">
              <a:buFont typeface="Arial"/>
              <a:buChar char="–"/>
              <a:defRPr/>
            </a:pPr>
            <a:r>
              <a:rPr lang="en-US" sz="1200" b="0" i="0" u="none" strike="noStrike" cap="none" spc="0">
                <a:solidFill>
                  <a:srgbClr val="000000"/>
                </a:solidFill>
                <a:latin typeface="Calibri"/>
                <a:ea typeface="Calibri"/>
                <a:cs typeface="Calibri"/>
              </a:rPr>
              <a:t>Analytics may suggest, but only the </a:t>
            </a:r>
            <a:r>
              <a:rPr lang="en-US" sz="1200" b="0" i="0" u="none" strike="noStrike" cap="none" spc="0">
                <a:solidFill>
                  <a:srgbClr val="000000"/>
                </a:solidFill>
                <a:latin typeface="Calibri"/>
                <a:ea typeface="Calibri"/>
                <a:cs typeface="Calibri"/>
              </a:rPr>
              <a:t>controller touches hardware</a:t>
            </a:r>
            <a:endParaRPr lang="en-US" sz="1200" b="0" i="0" u="none" strike="noStrike" cap="none" spc="0">
              <a:solidFill>
                <a:srgbClr val="000000"/>
              </a:solidFill>
              <a:latin typeface="Calibri"/>
              <a:ea typeface="Calibri"/>
              <a:cs typeface="Calibri"/>
            </a:endParaRPr>
          </a:p>
          <a:p>
            <a:pPr marL="217793" indent="-217793">
              <a:buFont typeface="Arial"/>
              <a:buChar char="–"/>
              <a:defRPr/>
            </a:pPr>
            <a:endParaRPr lang="en-US" sz="1200" b="0" i="0" u="none" strike="noStrike" cap="none" spc="0">
              <a:solidFill>
                <a:srgbClr val="000000"/>
              </a:solidFill>
              <a:latin typeface="Calibri"/>
              <a:cs typeface="Calibri"/>
            </a:endParaRPr>
          </a:p>
          <a:p>
            <a:pPr marL="217793" indent="-217793">
              <a:buFont typeface="Arial"/>
              <a:buChar char="–"/>
              <a:defRPr/>
            </a:pPr>
            <a:endParaRPr lang="en-US" sz="1200" b="0" i="0" u="none" strike="noStrike" cap="none" spc="0">
              <a:solidFill>
                <a:srgbClr val="000000"/>
              </a:solidFill>
              <a:latin typeface="Calibri"/>
              <a:cs typeface="Calibri"/>
            </a:endParaRPr>
          </a:p>
        </p:txBody>
      </p:sp>
      <p:sp>
        <p:nvSpPr>
          <p:cNvPr id="189924463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54276758" name="Slide Image Placeholder 1"/>
          <p:cNvSpPr>
            <a:spLocks noGrp="1"/>
          </p:cNvSpPr>
          <p:nvPr>
            <p:ph type="sldImg" idx="0"/>
          </p:nvPr>
        </p:nvSpPr>
        <p:spPr bwMode="auto"/>
      </p:sp>
      <p:sp>
        <p:nvSpPr>
          <p:cNvPr id="564201109" name="Notes Placeholder 2"/>
          <p:cNvSpPr>
            <a:spLocks noGrp="1"/>
          </p:cNvSpPr>
          <p:nvPr>
            <p:ph type="body" idx="1"/>
          </p:nvPr>
        </p:nvSpPr>
        <p:spPr bwMode="auto"/>
        <p:txBody>
          <a:bodyPr/>
          <a:lstStyle/>
          <a:p>
            <a:pPr>
              <a:defRPr/>
            </a:pPr>
            <a:endParaRPr/>
          </a:p>
        </p:txBody>
      </p:sp>
      <p:sp>
        <p:nvSpPr>
          <p:cNvPr id="131495405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757157304" name="Footer Placeholder 5"/>
          <p:cNvSpPr>
            <a:spLocks noGrp="1"/>
          </p:cNvSpPr>
          <p:nvPr>
            <p:ph type="ftr" sz="quarter" idx="4"/>
          </p:nvPr>
        </p:nvSpPr>
        <p:spPr bwMode="auto">
          <a:xfrm>
            <a:off x="0" y="8685211"/>
            <a:ext cx="2971800" cy="458785"/>
          </a:xfrm>
          <a:prstGeom prst="rect">
            <a:avLst/>
          </a:prstGeom>
        </p:spPr>
        <p:txBody>
          <a:bodyPr vert="horz" lIns="91440" tIns="45720" rIns="91440" bIns="45720" rtlCol="0" anchor="b"/>
          <a:lstStyle>
            <a:lvl1pPr algn="l">
              <a:defRPr sz="1200"/>
            </a:lvl1pPr>
          </a:lstStyle>
          <a:p>
            <a:pPr>
              <a:defRPr/>
            </a:pPr>
            <a:endParaRPr/>
          </a:p>
        </p:txBody>
      </p:sp>
      <p:sp>
        <p:nvSpPr>
          <p:cNvPr id="496449529" name="Slide Image Placeholder 1"/>
          <p:cNvSpPr>
            <a:spLocks noGrp="1"/>
          </p:cNvSpPr>
          <p:nvPr>
            <p:ph type="sldImg" idx="2"/>
          </p:nvPr>
        </p:nvSpPr>
        <p:spPr bwMode="auto"/>
      </p:sp>
      <p:sp>
        <p:nvSpPr>
          <p:cNvPr id="401371199" name="Notes Placeholder 2"/>
          <p:cNvSpPr>
            <a:spLocks noGrp="1"/>
          </p:cNvSpPr>
          <p:nvPr>
            <p:ph type="body" sz="quarter" idx="3"/>
          </p:nvPr>
        </p:nvSpPr>
        <p:spPr bwMode="auto"/>
        <p:txBody>
          <a:bodyPr/>
          <a:lstStyle/>
          <a:p>
            <a:pPr>
              <a:defRPr/>
            </a:pPr>
            <a:r>
              <a:rPr/>
              <a:t>These are the leaf-count and height panels produced by the public summary script using the same daily aggregation as the paper. The series begin later because their image pipelines became available later. Lighting, overlapping leaves and segmentation affect these measurements. A short-term fall in estimated height should not be read as proof that the plant physically shrank.</a:t>
            </a:r>
            <a:endParaRPr/>
          </a:p>
          <a:p>
            <a:pPr>
              <a:defRPr/>
            </a:pPr>
            <a:endParaRPr/>
          </a:p>
        </p:txBody>
      </p:sp>
      <p:sp>
        <p:nvSpPr>
          <p:cNvPr id="628338456" name="Slide Number Placeholder 3"/>
          <p:cNvSpPr>
            <a:spLocks noGrp="1"/>
          </p:cNvSpPr>
          <p:nvPr>
            <p:ph type="sldNum" sz="quarter" idx="5"/>
          </p:nvPr>
        </p:nvSpPr>
        <p:spPr bwMode="auto"/>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133674129" name="Footer Placeholder 5"/>
          <p:cNvSpPr>
            <a:spLocks noGrp="1"/>
          </p:cNvSpPr>
          <p:nvPr>
            <p:ph type="ftr" sz="quarter" idx="4"/>
          </p:nvPr>
        </p:nvSpPr>
        <p:spPr bwMode="auto">
          <a:xfrm>
            <a:off x="0" y="8685211"/>
            <a:ext cx="2971800" cy="458785"/>
          </a:xfrm>
          <a:prstGeom prst="rect">
            <a:avLst/>
          </a:prstGeom>
        </p:spPr>
        <p:txBody>
          <a:bodyPr vert="horz" lIns="91440" tIns="45720" rIns="91440" bIns="45720" rtlCol="0" anchor="b"/>
          <a:lstStyle>
            <a:lvl1pPr algn="l">
              <a:defRPr sz="1200"/>
            </a:lvl1pPr>
          </a:lstStyle>
          <a:p>
            <a:pPr>
              <a:defRPr/>
            </a:pPr>
            <a:endParaRPr/>
          </a:p>
        </p:txBody>
      </p:sp>
      <p:sp>
        <p:nvSpPr>
          <p:cNvPr id="1735598799" name="Slide Image Placeholder 1"/>
          <p:cNvSpPr>
            <a:spLocks noGrp="1"/>
          </p:cNvSpPr>
          <p:nvPr>
            <p:ph type="sldImg" idx="2"/>
          </p:nvPr>
        </p:nvSpPr>
        <p:spPr bwMode="auto"/>
      </p:sp>
      <p:sp>
        <p:nvSpPr>
          <p:cNvPr id="139826972" name="Notes Placeholder 2"/>
          <p:cNvSpPr>
            <a:spLocks noGrp="1"/>
          </p:cNvSpPr>
          <p:nvPr>
            <p:ph type="body" sz="quarter" idx="3"/>
          </p:nvPr>
        </p:nvSpPr>
        <p:spPr bwMode="auto"/>
        <p:txBody>
          <a:bodyPr/>
          <a:lstStyle/>
          <a:p>
            <a:pPr marL="217792" indent="-217792">
              <a:buFont typeface="Arial"/>
              <a:buChar char="–"/>
              <a:defRPr/>
            </a:pPr>
            <a:r>
              <a:rPr/>
              <a:t>What did thirty days of data actually show ?</a:t>
            </a:r>
            <a:endParaRPr/>
          </a:p>
          <a:p>
            <a:pPr marL="217792" indent="-217792">
              <a:buFont typeface="Arial"/>
              <a:buChar char="–"/>
              <a:defRPr/>
            </a:pPr>
            <a:r>
              <a:rPr/>
              <a:t>First, clear daily rhythms in light, temperature, humidity. </a:t>
            </a:r>
            <a:endParaRPr/>
          </a:p>
          <a:p>
            <a:pPr marL="217792" indent="-217792">
              <a:buFont typeface="Arial"/>
              <a:buChar char="–"/>
              <a:defRPr/>
            </a:pPr>
            <a:r>
              <a:rPr/>
              <a:t>Second, we can observe a  dry-down trend. </a:t>
            </a:r>
            <a:endParaRPr/>
          </a:p>
          <a:p>
            <a:pPr marL="217792" indent="-217792">
              <a:buFont typeface="Arial"/>
              <a:buChar char="–"/>
              <a:defRPr/>
            </a:pPr>
            <a:r>
              <a:rPr/>
              <a:t>I withheld watering for weeks to force the system to detect hydration stress.</a:t>
            </a:r>
            <a:endParaRPr/>
          </a:p>
          <a:p>
            <a:pPr marL="217792" indent="-217792">
              <a:buFont typeface="Arial"/>
              <a:buChar char="–"/>
              <a:defRPr/>
            </a:pPr>
            <a:r>
              <a:rPr/>
              <a:t>Soil moisture fell from full saturation to forty-two percent, the visual indicators degraded along with it, and both recovered after watering resumed - the plant's visible state tracked its water status. </a:t>
            </a:r>
            <a:endParaRPr/>
          </a:p>
          <a:p>
            <a:pPr marL="217792" indent="-217792">
              <a:buFont typeface="Arial"/>
              <a:buChar char="–"/>
              <a:defRPr/>
            </a:pPr>
            <a:r>
              <a:rPr/>
              <a:t>Third, the plant kept growing: the daylight median leaf count climbed from about twenty to twenty-five.</a:t>
            </a:r>
            <a:endParaRPr/>
          </a:p>
          <a:p>
            <a:pPr>
              <a:defRPr/>
            </a:pPr>
            <a:endParaRPr/>
          </a:p>
        </p:txBody>
      </p:sp>
      <p:sp>
        <p:nvSpPr>
          <p:cNvPr id="1285979274" name="Slide Number Placeholder 3"/>
          <p:cNvSpPr>
            <a:spLocks noGrp="1"/>
          </p:cNvSpPr>
          <p:nvPr>
            <p:ph type="sldNum" sz="quarter" idx="5"/>
          </p:nvPr>
        </p:nvSpPr>
        <p:spPr bwMode="auto"/>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81551738" name="Footer Placeholder 5"/>
          <p:cNvSpPr>
            <a:spLocks noGrp="1"/>
          </p:cNvSpPr>
          <p:nvPr>
            <p:ph type="ftr" sz="quarter" idx="4"/>
          </p:nvPr>
        </p:nvSpPr>
        <p:spPr bwMode="auto">
          <a:xfrm>
            <a:off x="0" y="8685211"/>
            <a:ext cx="2971800" cy="458785"/>
          </a:xfrm>
          <a:prstGeom prst="rect">
            <a:avLst/>
          </a:prstGeom>
        </p:spPr>
        <p:txBody>
          <a:bodyPr vert="horz" lIns="91440" tIns="45720" rIns="91440" bIns="45720" rtlCol="0" anchor="b"/>
          <a:lstStyle>
            <a:lvl1pPr algn="l">
              <a:defRPr sz="1200"/>
            </a:lvl1pPr>
          </a:lstStyle>
          <a:p>
            <a:pPr>
              <a:defRPr/>
            </a:pPr>
            <a:endParaRPr/>
          </a:p>
        </p:txBody>
      </p:sp>
      <p:sp>
        <p:nvSpPr>
          <p:cNvPr id="206070052" name="Slide Image Placeholder 1"/>
          <p:cNvSpPr>
            <a:spLocks noGrp="1"/>
          </p:cNvSpPr>
          <p:nvPr>
            <p:ph type="sldImg" idx="2"/>
          </p:nvPr>
        </p:nvSpPr>
        <p:spPr bwMode="auto"/>
      </p:sp>
      <p:sp>
        <p:nvSpPr>
          <p:cNvPr id="187714193" name="Notes Placeholder 2"/>
          <p:cNvSpPr>
            <a:spLocks noGrp="1"/>
          </p:cNvSpPr>
          <p:nvPr>
            <p:ph type="body" sz="quarter" idx="3"/>
          </p:nvPr>
        </p:nvSpPr>
        <p:spPr bwMode="auto"/>
        <p:txBody>
          <a:bodyPr/>
          <a:lstStyle/>
          <a:p>
            <a:pPr>
              <a:defRPr/>
            </a:pPr>
            <a:endParaRPr/>
          </a:p>
          <a:p>
            <a:pPr>
              <a:defRPr/>
            </a:pPr>
            <a:r>
              <a:rPr/>
              <a:t>The diagonal represents perfect agreement between forecast and observed moisture. Both models use the same 1,303 matches. RLS has MAE 5.54 and RMSE 7.53 percentage points. Persistence has MAE 4.65 and RMSE 6.21.</a:t>
            </a:r>
            <a:endParaRPr/>
          </a:p>
        </p:txBody>
      </p:sp>
      <p:sp>
        <p:nvSpPr>
          <p:cNvPr id="437783047" name="Slide Number Placeholder 3"/>
          <p:cNvSpPr>
            <a:spLocks noGrp="1"/>
          </p:cNvSpPr>
          <p:nvPr>
            <p:ph type="sldNum" sz="quarter" idx="5"/>
          </p:nvPr>
        </p:nvSpPr>
        <p:spPr bwMode="auto"/>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975273921" name="Slide Image Placeholder 1"/>
          <p:cNvSpPr>
            <a:spLocks noGrp="1"/>
          </p:cNvSpPr>
          <p:nvPr>
            <p:ph type="sldImg" idx="0"/>
          </p:nvPr>
        </p:nvSpPr>
        <p:spPr bwMode="auto"/>
      </p:sp>
      <p:sp>
        <p:nvSpPr>
          <p:cNvPr id="546733125" name="Notes Placeholder 2"/>
          <p:cNvSpPr>
            <a:spLocks noGrp="1"/>
          </p:cNvSpPr>
          <p:nvPr>
            <p:ph type="body" idx="1"/>
          </p:nvPr>
        </p:nvSpPr>
        <p:spPr bwMode="auto"/>
        <p:txBody>
          <a:bodyPr/>
          <a:lstStyle/>
          <a:p>
            <a:pPr>
              <a:defRPr/>
            </a:pPr>
            <a:r>
              <a:rPr/>
              <a:t>The top-view green-pixel ratio comes from Excess Green segmentation. YOLO estimates leaf count. Side-view segmentation with an AprilTag scale provides an estimated height. These observations pass through the same preprocessing and quality checks as sensor readings. Camera conditions limit all three.</a:t>
            </a:r>
            <a:endParaRPr/>
          </a:p>
          <a:p>
            <a:pPr>
              <a:defRPr/>
            </a:pPr>
            <a:endParaRPr/>
          </a:p>
        </p:txBody>
      </p:sp>
      <p:sp>
        <p:nvSpPr>
          <p:cNvPr id="148054251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311518711" name="Slide Image Placeholder 1"/>
          <p:cNvSpPr>
            <a:spLocks noGrp="1"/>
          </p:cNvSpPr>
          <p:nvPr>
            <p:ph type="sldImg" idx="0"/>
          </p:nvPr>
        </p:nvSpPr>
        <p:spPr bwMode="auto"/>
      </p:sp>
      <p:sp>
        <p:nvSpPr>
          <p:cNvPr id="1659066284" name="Notes Placeholder 2"/>
          <p:cNvSpPr>
            <a:spLocks noGrp="1"/>
          </p:cNvSpPr>
          <p:nvPr>
            <p:ph type="body" idx="1"/>
          </p:nvPr>
        </p:nvSpPr>
        <p:spPr bwMode="auto"/>
        <p:txBody>
          <a:bodyPr/>
          <a:lstStyle/>
          <a:p>
            <a:pPr marL="217792" indent="-217792">
              <a:buFont typeface="Arial"/>
              <a:buChar char="–"/>
              <a:defRPr/>
            </a:pPr>
            <a:r>
              <a:rPr lang="en-US" sz="1200" b="0" i="0" u="none" strike="noStrike" cap="none" spc="0">
                <a:solidFill>
                  <a:schemeClr val="tx1"/>
                </a:solidFill>
                <a:latin typeface="Calibri"/>
                <a:ea typeface="Calibri"/>
                <a:cs typeface="Calibri"/>
              </a:rPr>
              <a:t>The prototype can now serve as an experimental platform for four follow-up </a:t>
            </a:r>
            <a:r>
              <a:rPr lang="en-US" sz="1200" b="0" i="0" u="none" strike="noStrike" cap="none" spc="0">
                <a:solidFill>
                  <a:schemeClr val="tx1"/>
                </a:solidFill>
                <a:latin typeface="Calibri"/>
                <a:ea typeface="Calibri"/>
                <a:cs typeface="Calibri"/>
              </a:rPr>
              <a:t>questions.</a:t>
            </a:r>
            <a:endParaRPr sz="1200" b="0" i="0" u="none" strike="noStrike" cap="none" spc="0">
              <a:solidFill>
                <a:schemeClr val="tx1"/>
              </a:solidFill>
              <a:latin typeface="Calibri"/>
              <a:cs typeface="Calibri"/>
            </a:endParaRPr>
          </a:p>
          <a:p>
            <a:pPr marL="217792" indent="-217792">
              <a:buFont typeface="Arial"/>
              <a:buChar char="–"/>
              <a:defRPr/>
            </a:pPr>
            <a:r>
              <a:rPr lang="en-US" sz="1200" b="0" i="0" u="none" strike="noStrike" cap="none" spc="0">
                <a:solidFill>
                  <a:srgbClr val="000000"/>
                </a:solidFill>
                <a:latin typeface="+mn-lt"/>
                <a:ea typeface="+mn-ea"/>
                <a:cs typeface="+mn-cs"/>
              </a:rPr>
              <a:t>Controlled tests to measure the onset, magnitude and duration of each actuator’s effect, so that we can get a clear view of each of those effects, how much to put in to gain a specific amount ... </a:t>
            </a:r>
            <a:endParaRPr sz="1200"/>
          </a:p>
          <a:p>
            <a:pPr marL="217792" indent="-217792">
              <a:buFont typeface="Arial"/>
              <a:buChar char="–"/>
              <a:defRPr/>
            </a:pPr>
            <a:r>
              <a:rPr lang="en-US" sz="1200" b="0" i="0" u="none" strike="noStrike" cap="none" spc="0">
                <a:solidFill>
                  <a:srgbClr val="000000"/>
                </a:solidFill>
                <a:latin typeface="+mn-lt"/>
                <a:ea typeface="+mn-ea"/>
                <a:cs typeface="+mn-cs"/>
              </a:rPr>
              <a:t>Test the performance of the </a:t>
            </a:r>
            <a:r>
              <a:rPr lang="en-US" sz="1200" b="0" i="0" u="none" strike="noStrike" cap="none" spc="0">
                <a:solidFill>
                  <a:srgbClr val="000000"/>
                </a:solidFill>
                <a:latin typeface="+mn-lt"/>
                <a:ea typeface="+mn-ea"/>
                <a:cs typeface="+mn-cs"/>
              </a:rPr>
              <a:t>prototype to see if it can keep a plant healthy and make it grow and compare it against other methods</a:t>
            </a:r>
            <a:endParaRPr sz="1200"/>
          </a:p>
          <a:p>
            <a:pPr marL="217792" indent="-217792">
              <a:buFont typeface="Arial"/>
              <a:buChar char="–"/>
              <a:defRPr/>
            </a:pPr>
            <a:r>
              <a:rPr lang="en-US" sz="1200" b="0" i="0" u="none" strike="noStrike" cap="none" spc="0">
                <a:solidFill>
                  <a:srgbClr val="000000"/>
                </a:solidFill>
                <a:latin typeface="+mn-lt"/>
                <a:ea typeface="+mn-ea"/>
                <a:cs typeface="+mn-cs"/>
              </a:rPr>
              <a:t>Identify if the prototype could easily transfer to other species or if some parts (sensors, thresholds and models) need recalibrations </a:t>
            </a:r>
            <a:endParaRPr sz="1200"/>
          </a:p>
          <a:p>
            <a:pPr marL="217792" indent="-217792">
              <a:buFont typeface="Arial"/>
              <a:buChar char="–"/>
              <a:defRPr/>
            </a:pPr>
            <a:r>
              <a:rPr lang="en-US" sz="1200" b="0" i="0" u="none" strike="noStrike" cap="none" spc="0">
                <a:solidFill>
                  <a:srgbClr val="000000"/>
                </a:solidFill>
                <a:latin typeface="+mn-lt"/>
                <a:ea typeface="+mn-ea"/>
                <a:cs typeface="+mn-cs"/>
              </a:rPr>
              <a:t>Add plants, sensors and sampling rates until latency, memory or reliability becomes a limiting factor to understand how much does it scale. </a:t>
            </a:r>
            <a:r>
              <a:rPr lang="en-US" sz="1200" b="0" i="0" u="none" strike="noStrike" cap="none" spc="0">
                <a:solidFill>
                  <a:srgbClr val="000000"/>
                </a:solidFill>
                <a:latin typeface="+mn-lt"/>
                <a:ea typeface="+mn-ea"/>
                <a:cs typeface="+mn-cs"/>
              </a:rPr>
              <a:t>What to fix, what to change before making the prototype more complex.</a:t>
            </a:r>
            <a:endParaRPr sz="1200"/>
          </a:p>
          <a:p>
            <a:pPr>
              <a:defRPr/>
            </a:pPr>
            <a:endParaRPr/>
          </a:p>
        </p:txBody>
      </p:sp>
      <p:sp>
        <p:nvSpPr>
          <p:cNvPr id="25139721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292614320" name="Footer Placeholder 5"/>
          <p:cNvSpPr>
            <a:spLocks noGrp="1"/>
          </p:cNvSpPr>
          <p:nvPr>
            <p:ph type="ftr" sz="quarter" idx="4"/>
          </p:nvPr>
        </p:nvSpPr>
        <p:spPr bwMode="auto">
          <a:xfrm>
            <a:off x="0" y="8685211"/>
            <a:ext cx="2971800" cy="458785"/>
          </a:xfrm>
          <a:prstGeom prst="rect">
            <a:avLst/>
          </a:prstGeom>
        </p:spPr>
        <p:txBody>
          <a:bodyPr vert="horz" lIns="91440" tIns="45720" rIns="91440" bIns="45720" rtlCol="0" anchor="b"/>
          <a:lstStyle>
            <a:lvl1pPr algn="l">
              <a:defRPr sz="1200"/>
            </a:lvl1pPr>
          </a:lstStyle>
          <a:p>
            <a:pPr>
              <a:defRPr/>
            </a:pPr>
            <a:endParaRPr/>
          </a:p>
        </p:txBody>
      </p:sp>
      <p:sp>
        <p:nvSpPr>
          <p:cNvPr id="1594530184" name="Slide Image Placeholder 1"/>
          <p:cNvSpPr>
            <a:spLocks noChangeAspect="1" noGrp="1" noRot="1"/>
          </p:cNvSpPr>
          <p:nvPr>
            <p:ph type="sldImg"/>
          </p:nvPr>
        </p:nvSpPr>
        <p:spPr bwMode="auto"/>
      </p:sp>
      <p:sp>
        <p:nvSpPr>
          <p:cNvPr id="1152345873" name="Notes Placeholder 2"/>
          <p:cNvSpPr>
            <a:spLocks noGrp="1"/>
          </p:cNvSpPr>
          <p:nvPr>
            <p:ph type="body" idx="1"/>
          </p:nvPr>
        </p:nvSpPr>
        <p:spPr bwMode="auto"/>
        <p:txBody>
          <a:bodyPr/>
          <a:lstStyle/>
          <a:p>
            <a:pPr>
              <a:defRPr/>
            </a:pPr>
            <a:r>
              <a:rPr/>
              <a:t>Dashboard demonstration</a:t>
            </a:r>
            <a:endParaRPr/>
          </a:p>
          <a:p>
            <a:pPr>
              <a:defRPr/>
            </a:pPr>
            <a:r>
              <a:rPr/>
              <a:t>Backup material outside the timed talk</a:t>
            </a:r>
            <a:endParaRPr/>
          </a:p>
          <a:p>
            <a:pPr>
              <a:defRPr/>
            </a:pPr>
            <a:r>
              <a:rPr/>
              <a:t>This recording shows the dashboard interface and its supporting views. The video lasts about two and a half minutes and is embedded in the PowerPoint. It is outside the timed talk. Use it when discussing how the user inspects observations, forecasts and action history. Interface values shown in a demonstration should not be treated as additional case-study results.</a:t>
            </a:r>
            <a:endParaRPr/>
          </a:p>
          <a:p>
            <a:pPr>
              <a:defRPr/>
            </a:pPr>
            <a:r>
              <a:rPr/>
              <a:t>Sources</a:t>
            </a:r>
            <a:endParaRPr/>
          </a:p>
          <a:p>
            <a:pPr>
              <a:defRPr/>
            </a:pPr>
            <a:r>
              <a:rPr/>
              <a:t>docs/ai4dt-2026/main.typ</a:t>
            </a:r>
            <a:endParaRPr/>
          </a:p>
          <a:p>
            <a:pPr>
              <a:defRPr/>
            </a:pPr>
            <a:r>
              <a:rPr/>
              <a:t>User-edited workshop deck saved on 18 October 2026</a:t>
            </a:r>
            <a:endParaRPr/>
          </a:p>
          <a:p>
            <a:pPr>
              <a:defRPr/>
            </a:pPr>
            <a:r>
              <a:rPr/>
              <a:t>Rayan supplied /home/cbr/Videos/Screencasts/dt-demo.webm on 18 October 2026</a:t>
            </a:r>
            <a:endParaRPr/>
          </a:p>
        </p:txBody>
      </p:sp>
      <p:sp>
        <p:nvSpPr>
          <p:cNvPr id="1266590886" name="Slide Number Placeholder 3"/>
          <p:cNvSpPr>
            <a:spLocks noGrp="1"/>
          </p:cNvSpPr>
          <p:nvPr>
            <p:ph type="sldNum" sz="quarter" idx="10"/>
          </p:nvPr>
        </p:nvSpPr>
        <p:spPr bwMode="auto"/>
        <p:txBody>
          <a:bodyPr/>
          <a:lstStyle/>
          <a:p>
            <a:pPr>
              <a:defRPr/>
            </a:pPr>
            <a:fld id="{286E3888-49D7-F097-983B-56863769D2FC}"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582583149" name="Title 1"/>
          <p:cNvSpPr>
            <a:spLocks noGrp="1"/>
          </p:cNvSpPr>
          <p:nvPr>
            <p:ph type="ctrTitle" idx="0"/>
          </p:nvPr>
        </p:nvSpPr>
        <p:spPr bwMode="auto">
          <a:xfrm>
            <a:off x="685800" y="2130425"/>
            <a:ext cx="7772400" cy="1470025"/>
          </a:xfrm>
        </p:spPr>
        <p:txBody>
          <a:bodyPr/>
          <a:lstStyle/>
          <a:p>
            <a:pPr>
              <a:buNone/>
              <a:defRPr/>
            </a:pPr>
            <a:r>
              <a:rPr/>
              <a:t>Click to edit Master title style</a:t>
            </a:r>
            <a:endParaRPr/>
          </a:p>
        </p:txBody>
      </p:sp>
      <p:sp>
        <p:nvSpPr>
          <p:cNvPr id="2014032634"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buNone/>
              <a:defRPr/>
            </a:pPr>
            <a:r>
              <a:rPr/>
              <a:t>Click to edit Master subtitle style</a:t>
            </a:r>
            <a:endParaRPr/>
          </a:p>
        </p:txBody>
      </p:sp>
      <p:sp>
        <p:nvSpPr>
          <p:cNvPr id="1298993363" name="Date Placeholder 3"/>
          <p:cNvSpPr>
            <a:spLocks noGrp="1"/>
          </p:cNvSpPr>
          <p:nvPr>
            <p:ph type="dt" idx="10"/>
          </p:nvPr>
        </p:nvSpPr>
        <p:spPr bwMode="auto"/>
        <p:txBody>
          <a:bodyPr/>
          <a:lstStyle/>
          <a:p>
            <a:pPr>
              <a:buNone/>
              <a:defRPr/>
            </a:pPr>
            <a:fld id="{5BCAD085-E8A6-8845-BD4E-CB4CCA059FC4}" type="datetimeFigureOut">
              <a:rPr/>
              <a:t>1/27/13</a:t>
            </a:fld>
            <a:endParaRPr/>
          </a:p>
        </p:txBody>
      </p:sp>
      <p:sp>
        <p:nvSpPr>
          <p:cNvPr id="428397803" name="Footer Placeholder 4"/>
          <p:cNvSpPr>
            <a:spLocks noGrp="1"/>
          </p:cNvSpPr>
          <p:nvPr>
            <p:ph type="ftr" idx="11"/>
          </p:nvPr>
        </p:nvSpPr>
        <p:spPr bwMode="auto"/>
        <p:txBody>
          <a:bodyPr/>
          <a:lstStyle/>
          <a:p>
            <a:pPr>
              <a:buNone/>
              <a:defRPr/>
            </a:pPr>
            <a:endParaRPr/>
          </a:p>
        </p:txBody>
      </p:sp>
      <p:sp>
        <p:nvSpPr>
          <p:cNvPr id="282060864" name="Slide Number Placeholder 5"/>
          <p:cNvSpPr>
            <a:spLocks noGrp="1"/>
          </p:cNvSpPr>
          <p:nvPr>
            <p:ph type="sldNum" idx="12"/>
          </p:nvPr>
        </p:nvSpPr>
        <p:spPr bwMode="auto"/>
        <p:txBody>
          <a:bodyPr/>
          <a:lstStyle/>
          <a:p>
            <a:pPr>
              <a:buNone/>
              <a:defRPr/>
            </a:pPr>
            <a:fld id="{C1FF6DA9-008F-8B48-92A6-B652298478BF}"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36445446" name="Title 1"/>
          <p:cNvSpPr>
            <a:spLocks noGrp="1"/>
          </p:cNvSpPr>
          <p:nvPr>
            <p:ph type="title" idx="0"/>
          </p:nvPr>
        </p:nvSpPr>
        <p:spPr bwMode="auto"/>
        <p:txBody>
          <a:bodyPr/>
          <a:lstStyle/>
          <a:p>
            <a:pPr>
              <a:buNone/>
              <a:defRPr/>
            </a:pPr>
            <a:r>
              <a:rPr/>
              <a:t>Click to edit Master title style</a:t>
            </a:r>
            <a:endParaRPr/>
          </a:p>
        </p:txBody>
      </p:sp>
      <p:sp>
        <p:nvSpPr>
          <p:cNvPr id="2063099696" name="Content Placeholder 2"/>
          <p:cNvSpPr>
            <a:spLocks noGrp="1"/>
          </p:cNvSpPr>
          <p:nvPr>
            <p:ph idx="1"/>
          </p:nvPr>
        </p:nvSpPr>
        <p:spPr bwMode="auto"/>
        <p:txBody>
          <a:bodyPr/>
          <a:lstStyle/>
          <a:p>
            <a:pPr lvl="0">
              <a:buNone/>
              <a:defRPr/>
            </a:pPr>
            <a:r>
              <a:rPr/>
              <a:t>Click to edit Master text styles</a:t>
            </a:r>
            <a:endParaRPr/>
          </a:p>
          <a:p>
            <a:pPr lvl="1">
              <a:buNone/>
              <a:defRPr/>
            </a:pPr>
            <a:r>
              <a:rPr/>
              <a:t>Second level</a:t>
            </a:r>
            <a:endParaRPr/>
          </a:p>
          <a:p>
            <a:pPr lvl="2">
              <a:buNone/>
              <a:defRPr/>
            </a:pPr>
            <a:r>
              <a:rPr/>
              <a:t>Third level</a:t>
            </a:r>
            <a:endParaRPr/>
          </a:p>
          <a:p>
            <a:pPr lvl="3">
              <a:buNone/>
              <a:defRPr/>
            </a:pPr>
            <a:r>
              <a:rPr/>
              <a:t>Fourth level</a:t>
            </a:r>
            <a:endParaRPr/>
          </a:p>
          <a:p>
            <a:pPr lvl="4">
              <a:buNone/>
              <a:defRPr/>
            </a:pPr>
            <a:r>
              <a:rPr/>
              <a:t>Fifth level</a:t>
            </a:r>
            <a:endParaRPr/>
          </a:p>
        </p:txBody>
      </p:sp>
      <p:sp>
        <p:nvSpPr>
          <p:cNvPr id="2105273631" name="Date Placeholder 3"/>
          <p:cNvSpPr>
            <a:spLocks noGrp="1"/>
          </p:cNvSpPr>
          <p:nvPr>
            <p:ph type="dt" idx="10"/>
          </p:nvPr>
        </p:nvSpPr>
        <p:spPr bwMode="auto"/>
        <p:txBody>
          <a:bodyPr/>
          <a:lstStyle/>
          <a:p>
            <a:pPr>
              <a:buNone/>
              <a:defRPr/>
            </a:pPr>
            <a:fld id="{5BCAD085-E8A6-8845-BD4E-CB4CCA059FC4}" type="datetimeFigureOut">
              <a:rPr/>
              <a:t>1/27/13</a:t>
            </a:fld>
            <a:endParaRPr/>
          </a:p>
        </p:txBody>
      </p:sp>
      <p:sp>
        <p:nvSpPr>
          <p:cNvPr id="1482382506" name="Footer Placeholder 4"/>
          <p:cNvSpPr>
            <a:spLocks noGrp="1"/>
          </p:cNvSpPr>
          <p:nvPr>
            <p:ph type="ftr" idx="11"/>
          </p:nvPr>
        </p:nvSpPr>
        <p:spPr bwMode="auto"/>
        <p:txBody>
          <a:bodyPr/>
          <a:lstStyle/>
          <a:p>
            <a:pPr>
              <a:buNone/>
              <a:defRPr/>
            </a:pPr>
            <a:endParaRPr/>
          </a:p>
        </p:txBody>
      </p:sp>
      <p:sp>
        <p:nvSpPr>
          <p:cNvPr id="283699557" name="Slide Number Placeholder 5"/>
          <p:cNvSpPr>
            <a:spLocks noGrp="1"/>
          </p:cNvSpPr>
          <p:nvPr>
            <p:ph type="sldNum" idx="12"/>
          </p:nvPr>
        </p:nvSpPr>
        <p:spPr bwMode="auto"/>
        <p:txBody>
          <a:bodyPr/>
          <a:lstStyle/>
          <a:p>
            <a:pPr>
              <a:buNone/>
              <a:defRPr/>
            </a:pPr>
            <a:fld id="{C1FF6DA9-008F-8B48-92A6-B652298478BF}"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722686275" name="Title 1"/>
          <p:cNvSpPr>
            <a:spLocks noGrp="1"/>
          </p:cNvSpPr>
          <p:nvPr>
            <p:ph type="title" idx="0"/>
          </p:nvPr>
        </p:nvSpPr>
        <p:spPr bwMode="auto">
          <a:xfrm>
            <a:off x="722313" y="4406900"/>
            <a:ext cx="7772400" cy="1362075"/>
          </a:xfrm>
        </p:spPr>
        <p:txBody>
          <a:bodyPr anchor="t"/>
          <a:lstStyle>
            <a:lvl1pPr algn="l">
              <a:buNone/>
              <a:defRPr sz="4000" b="1" cap="all"/>
            </a:lvl1pPr>
          </a:lstStyle>
          <a:p>
            <a:pPr>
              <a:buNone/>
              <a:defRPr/>
            </a:pPr>
            <a:r>
              <a:rPr/>
              <a:t>Click to edit Master title style</a:t>
            </a:r>
            <a:endParaRPr/>
          </a:p>
        </p:txBody>
      </p:sp>
      <p:sp>
        <p:nvSpPr>
          <p:cNvPr id="1836319690"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defRPr/>
            </a:pPr>
            <a:r>
              <a:rPr/>
              <a:t>Click to edit Master text styles</a:t>
            </a:r>
            <a:endParaRPr/>
          </a:p>
        </p:txBody>
      </p:sp>
      <p:sp>
        <p:nvSpPr>
          <p:cNvPr id="309703822" name="Date Placeholder 3"/>
          <p:cNvSpPr>
            <a:spLocks noGrp="1"/>
          </p:cNvSpPr>
          <p:nvPr>
            <p:ph type="dt" idx="10"/>
          </p:nvPr>
        </p:nvSpPr>
        <p:spPr bwMode="auto"/>
        <p:txBody>
          <a:bodyPr/>
          <a:lstStyle/>
          <a:p>
            <a:pPr>
              <a:buNone/>
              <a:defRPr/>
            </a:pPr>
            <a:fld id="{5BCAD085-E8A6-8845-BD4E-CB4CCA059FC4}" type="datetimeFigureOut">
              <a:rPr/>
              <a:t>1/27/13</a:t>
            </a:fld>
            <a:endParaRPr/>
          </a:p>
        </p:txBody>
      </p:sp>
      <p:sp>
        <p:nvSpPr>
          <p:cNvPr id="1499014939" name="Footer Placeholder 4"/>
          <p:cNvSpPr>
            <a:spLocks noGrp="1"/>
          </p:cNvSpPr>
          <p:nvPr>
            <p:ph type="ftr" idx="11"/>
          </p:nvPr>
        </p:nvSpPr>
        <p:spPr bwMode="auto"/>
        <p:txBody>
          <a:bodyPr/>
          <a:lstStyle/>
          <a:p>
            <a:pPr>
              <a:buNone/>
              <a:defRPr/>
            </a:pPr>
            <a:endParaRPr/>
          </a:p>
        </p:txBody>
      </p:sp>
      <p:sp>
        <p:nvSpPr>
          <p:cNvPr id="1599968632" name="Slide Number Placeholder 5"/>
          <p:cNvSpPr>
            <a:spLocks noGrp="1"/>
          </p:cNvSpPr>
          <p:nvPr>
            <p:ph type="sldNum" idx="12"/>
          </p:nvPr>
        </p:nvSpPr>
        <p:spPr bwMode="auto"/>
        <p:txBody>
          <a:bodyPr/>
          <a:lstStyle/>
          <a:p>
            <a:pPr>
              <a:buNone/>
              <a:defRPr/>
            </a:pPr>
            <a:fld id="{C1FF6DA9-008F-8B48-92A6-B652298478BF}"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99249175" name="Title 1"/>
          <p:cNvSpPr>
            <a:spLocks noGrp="1"/>
          </p:cNvSpPr>
          <p:nvPr>
            <p:ph type="title" idx="0"/>
          </p:nvPr>
        </p:nvSpPr>
        <p:spPr bwMode="auto"/>
        <p:txBody>
          <a:bodyPr/>
          <a:lstStyle/>
          <a:p>
            <a:pPr>
              <a:buNone/>
              <a:defRPr/>
            </a:pPr>
            <a:r>
              <a:rPr/>
              <a:t>Click to edit Master title style</a:t>
            </a:r>
            <a:endParaRPr/>
          </a:p>
        </p:txBody>
      </p:sp>
      <p:sp>
        <p:nvSpPr>
          <p:cNvPr id="936980399" name="Content Placeholder 2"/>
          <p:cNvSpPr>
            <a:spLocks noGrp="1"/>
          </p:cNvSpPr>
          <p:nvPr>
            <p:ph idx="1"/>
          </p:nvPr>
        </p:nvSpPr>
        <p:spPr bwMode="auto">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defRPr/>
            </a:pPr>
            <a:r>
              <a:rPr/>
              <a:t>Click to edit Master text styles</a:t>
            </a:r>
            <a:endParaRPr/>
          </a:p>
          <a:p>
            <a:pPr lvl="1">
              <a:buNone/>
              <a:defRPr/>
            </a:pPr>
            <a:r>
              <a:rPr/>
              <a:t>Second level</a:t>
            </a:r>
            <a:endParaRPr/>
          </a:p>
          <a:p>
            <a:pPr lvl="2">
              <a:buNone/>
              <a:defRPr/>
            </a:pPr>
            <a:r>
              <a:rPr/>
              <a:t>Third level</a:t>
            </a:r>
            <a:endParaRPr/>
          </a:p>
          <a:p>
            <a:pPr lvl="3">
              <a:buNone/>
              <a:defRPr/>
            </a:pPr>
            <a:r>
              <a:rPr/>
              <a:t>Fourth level</a:t>
            </a:r>
            <a:endParaRPr/>
          </a:p>
          <a:p>
            <a:pPr lvl="4">
              <a:buNone/>
              <a:defRPr/>
            </a:pPr>
            <a:r>
              <a:rPr/>
              <a:t>Fifth level</a:t>
            </a:r>
            <a:endParaRPr/>
          </a:p>
        </p:txBody>
      </p:sp>
      <p:sp>
        <p:nvSpPr>
          <p:cNvPr id="1557877839" name="Content Placeholder 3"/>
          <p:cNvSpPr>
            <a:spLocks noGrp="1"/>
          </p:cNvSpPr>
          <p:nvPr>
            <p:ph idx="2"/>
          </p:nvPr>
        </p:nvSpPr>
        <p:spPr bwMode="auto">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defRPr/>
            </a:pPr>
            <a:r>
              <a:rPr/>
              <a:t>Click to edit Master text styles</a:t>
            </a:r>
            <a:endParaRPr/>
          </a:p>
          <a:p>
            <a:pPr lvl="1">
              <a:buNone/>
              <a:defRPr/>
            </a:pPr>
            <a:r>
              <a:rPr/>
              <a:t>Second level</a:t>
            </a:r>
            <a:endParaRPr/>
          </a:p>
          <a:p>
            <a:pPr lvl="2">
              <a:buNone/>
              <a:defRPr/>
            </a:pPr>
            <a:r>
              <a:rPr/>
              <a:t>Third level</a:t>
            </a:r>
            <a:endParaRPr/>
          </a:p>
          <a:p>
            <a:pPr lvl="3">
              <a:buNone/>
              <a:defRPr/>
            </a:pPr>
            <a:r>
              <a:rPr/>
              <a:t>Fourth level</a:t>
            </a:r>
            <a:endParaRPr/>
          </a:p>
          <a:p>
            <a:pPr lvl="4">
              <a:buNone/>
              <a:defRPr/>
            </a:pPr>
            <a:r>
              <a:rPr/>
              <a:t>Fifth level</a:t>
            </a:r>
            <a:endParaRPr/>
          </a:p>
        </p:txBody>
      </p:sp>
      <p:sp>
        <p:nvSpPr>
          <p:cNvPr id="1515727621" name="Date Placeholder 4"/>
          <p:cNvSpPr>
            <a:spLocks noGrp="1"/>
          </p:cNvSpPr>
          <p:nvPr>
            <p:ph type="dt" idx="10"/>
          </p:nvPr>
        </p:nvSpPr>
        <p:spPr bwMode="auto"/>
        <p:txBody>
          <a:bodyPr/>
          <a:lstStyle/>
          <a:p>
            <a:pPr>
              <a:buNone/>
              <a:defRPr/>
            </a:pPr>
            <a:fld id="{5BCAD085-E8A6-8845-BD4E-CB4CCA059FC4}" type="datetimeFigureOut">
              <a:rPr/>
              <a:t>1/27/13</a:t>
            </a:fld>
            <a:endParaRPr/>
          </a:p>
        </p:txBody>
      </p:sp>
      <p:sp>
        <p:nvSpPr>
          <p:cNvPr id="531796241" name="Footer Placeholder 5"/>
          <p:cNvSpPr>
            <a:spLocks noGrp="1"/>
          </p:cNvSpPr>
          <p:nvPr>
            <p:ph type="ftr" idx="11"/>
          </p:nvPr>
        </p:nvSpPr>
        <p:spPr bwMode="auto"/>
        <p:txBody>
          <a:bodyPr/>
          <a:lstStyle/>
          <a:p>
            <a:pPr>
              <a:buNone/>
              <a:defRPr/>
            </a:pPr>
            <a:endParaRPr/>
          </a:p>
        </p:txBody>
      </p:sp>
      <p:sp>
        <p:nvSpPr>
          <p:cNvPr id="867151325" name="Slide Number Placeholder 6"/>
          <p:cNvSpPr>
            <a:spLocks noGrp="1"/>
          </p:cNvSpPr>
          <p:nvPr>
            <p:ph type="sldNum" idx="12"/>
          </p:nvPr>
        </p:nvSpPr>
        <p:spPr bwMode="auto"/>
        <p:txBody>
          <a:bodyPr/>
          <a:lstStyle/>
          <a:p>
            <a:pPr>
              <a:buNone/>
              <a:defRPr/>
            </a:pPr>
            <a:fld id="{C1FF6DA9-008F-8B48-92A6-B652298478BF}"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132553524" name="Title 1"/>
          <p:cNvSpPr>
            <a:spLocks noGrp="1"/>
          </p:cNvSpPr>
          <p:nvPr>
            <p:ph type="title" idx="0"/>
          </p:nvPr>
        </p:nvSpPr>
        <p:spPr bwMode="auto"/>
        <p:txBody>
          <a:bodyPr/>
          <a:lstStyle>
            <a:lvl1pPr>
              <a:buNone/>
              <a:defRPr/>
            </a:lvl1pPr>
          </a:lstStyle>
          <a:p>
            <a:pPr>
              <a:buNone/>
              <a:defRPr/>
            </a:pPr>
            <a:r>
              <a:rPr/>
              <a:t>Click to edit Master title style</a:t>
            </a:r>
            <a:endParaRPr/>
          </a:p>
        </p:txBody>
      </p:sp>
      <p:sp>
        <p:nvSpPr>
          <p:cNvPr id="205627629"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defRPr/>
            </a:pPr>
            <a:r>
              <a:rPr/>
              <a:t>Click to edit Master text styles</a:t>
            </a:r>
            <a:endParaRPr/>
          </a:p>
        </p:txBody>
      </p:sp>
      <p:sp>
        <p:nvSpPr>
          <p:cNvPr id="1767499639" name="Content Placeholder 3"/>
          <p:cNvSpPr>
            <a:spLocks noGrp="1"/>
          </p:cNvSpPr>
          <p:nvPr>
            <p:ph idx="2"/>
          </p:nvPr>
        </p:nvSpPr>
        <p:spPr bwMode="auto">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defRPr/>
            </a:pPr>
            <a:r>
              <a:rPr/>
              <a:t>Click to edit Master text styles</a:t>
            </a:r>
            <a:endParaRPr/>
          </a:p>
          <a:p>
            <a:pPr lvl="1">
              <a:buNone/>
              <a:defRPr/>
            </a:pPr>
            <a:r>
              <a:rPr/>
              <a:t>Second level</a:t>
            </a:r>
            <a:endParaRPr/>
          </a:p>
          <a:p>
            <a:pPr lvl="2">
              <a:buNone/>
              <a:defRPr/>
            </a:pPr>
            <a:r>
              <a:rPr/>
              <a:t>Third level</a:t>
            </a:r>
            <a:endParaRPr/>
          </a:p>
          <a:p>
            <a:pPr lvl="3">
              <a:buNone/>
              <a:defRPr/>
            </a:pPr>
            <a:r>
              <a:rPr/>
              <a:t>Fourth level</a:t>
            </a:r>
            <a:endParaRPr/>
          </a:p>
          <a:p>
            <a:pPr lvl="4">
              <a:buNone/>
              <a:defRPr/>
            </a:pPr>
            <a:r>
              <a:rPr/>
              <a:t>Fifth level</a:t>
            </a:r>
            <a:endParaRPr/>
          </a:p>
        </p:txBody>
      </p:sp>
      <p:sp>
        <p:nvSpPr>
          <p:cNvPr id="1735604639" name="Text Placeholder 4"/>
          <p:cNvSpPr>
            <a:spLocks noGrp="1"/>
          </p:cNvSpPr>
          <p:nvPr>
            <p:ph type="body"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defRPr/>
            </a:pPr>
            <a:r>
              <a:rPr/>
              <a:t>Click to edit Master text styles</a:t>
            </a:r>
            <a:endParaRPr/>
          </a:p>
        </p:txBody>
      </p:sp>
      <p:sp>
        <p:nvSpPr>
          <p:cNvPr id="1064786358" name="Content Placeholder 5"/>
          <p:cNvSpPr>
            <a:spLocks noGrp="1"/>
          </p:cNvSpPr>
          <p:nvPr>
            <p:ph idx="4"/>
          </p:nvPr>
        </p:nvSpPr>
        <p:spPr bwMode="auto">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defRPr/>
            </a:pPr>
            <a:r>
              <a:rPr/>
              <a:t>Click to edit Master text styles</a:t>
            </a:r>
            <a:endParaRPr/>
          </a:p>
          <a:p>
            <a:pPr lvl="1">
              <a:buNone/>
              <a:defRPr/>
            </a:pPr>
            <a:r>
              <a:rPr/>
              <a:t>Second level</a:t>
            </a:r>
            <a:endParaRPr/>
          </a:p>
          <a:p>
            <a:pPr lvl="2">
              <a:buNone/>
              <a:defRPr/>
            </a:pPr>
            <a:r>
              <a:rPr/>
              <a:t>Third level</a:t>
            </a:r>
            <a:endParaRPr/>
          </a:p>
          <a:p>
            <a:pPr lvl="3">
              <a:buNone/>
              <a:defRPr/>
            </a:pPr>
            <a:r>
              <a:rPr/>
              <a:t>Fourth level</a:t>
            </a:r>
            <a:endParaRPr/>
          </a:p>
          <a:p>
            <a:pPr lvl="4">
              <a:buNone/>
              <a:defRPr/>
            </a:pPr>
            <a:r>
              <a:rPr/>
              <a:t>Fifth level</a:t>
            </a:r>
            <a:endParaRPr/>
          </a:p>
        </p:txBody>
      </p:sp>
      <p:sp>
        <p:nvSpPr>
          <p:cNvPr id="1684197307" name="Date Placeholder 6"/>
          <p:cNvSpPr>
            <a:spLocks noGrp="1"/>
          </p:cNvSpPr>
          <p:nvPr>
            <p:ph type="dt" idx="10"/>
          </p:nvPr>
        </p:nvSpPr>
        <p:spPr bwMode="auto"/>
        <p:txBody>
          <a:bodyPr/>
          <a:lstStyle/>
          <a:p>
            <a:pPr>
              <a:buNone/>
              <a:defRPr/>
            </a:pPr>
            <a:fld id="{5BCAD085-E8A6-8845-BD4E-CB4CCA059FC4}" type="datetimeFigureOut">
              <a:rPr/>
              <a:t>1/27/13</a:t>
            </a:fld>
            <a:endParaRPr/>
          </a:p>
        </p:txBody>
      </p:sp>
      <p:sp>
        <p:nvSpPr>
          <p:cNvPr id="663497801" name="Footer Placeholder 7"/>
          <p:cNvSpPr>
            <a:spLocks noGrp="1"/>
          </p:cNvSpPr>
          <p:nvPr>
            <p:ph type="ftr" idx="11"/>
          </p:nvPr>
        </p:nvSpPr>
        <p:spPr bwMode="auto"/>
        <p:txBody>
          <a:bodyPr/>
          <a:lstStyle/>
          <a:p>
            <a:pPr>
              <a:buNone/>
              <a:defRPr/>
            </a:pPr>
            <a:endParaRPr/>
          </a:p>
        </p:txBody>
      </p:sp>
      <p:sp>
        <p:nvSpPr>
          <p:cNvPr id="395758243" name="Slide Number Placeholder 8"/>
          <p:cNvSpPr>
            <a:spLocks noGrp="1"/>
          </p:cNvSpPr>
          <p:nvPr>
            <p:ph type="sldNum" idx="12"/>
          </p:nvPr>
        </p:nvSpPr>
        <p:spPr bwMode="auto"/>
        <p:txBody>
          <a:bodyPr/>
          <a:lstStyle/>
          <a:p>
            <a:pPr>
              <a:buNone/>
              <a:defRPr/>
            </a:pPr>
            <a:fld id="{C1FF6DA9-008F-8B48-92A6-B652298478BF}"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751303756" name="Title 1"/>
          <p:cNvSpPr>
            <a:spLocks noGrp="1"/>
          </p:cNvSpPr>
          <p:nvPr>
            <p:ph type="title" idx="0"/>
          </p:nvPr>
        </p:nvSpPr>
        <p:spPr bwMode="auto"/>
        <p:txBody>
          <a:bodyPr/>
          <a:lstStyle/>
          <a:p>
            <a:pPr>
              <a:buNone/>
              <a:defRPr/>
            </a:pPr>
            <a:r>
              <a:rPr/>
              <a:t>Click to edit Master title style</a:t>
            </a:r>
            <a:endParaRPr/>
          </a:p>
        </p:txBody>
      </p:sp>
      <p:sp>
        <p:nvSpPr>
          <p:cNvPr id="1326953880" name="Date Placeholder 2"/>
          <p:cNvSpPr>
            <a:spLocks noGrp="1"/>
          </p:cNvSpPr>
          <p:nvPr>
            <p:ph type="dt" idx="10"/>
          </p:nvPr>
        </p:nvSpPr>
        <p:spPr bwMode="auto"/>
        <p:txBody>
          <a:bodyPr/>
          <a:lstStyle/>
          <a:p>
            <a:pPr>
              <a:buNone/>
              <a:defRPr/>
            </a:pPr>
            <a:fld id="{5BCAD085-E8A6-8845-BD4E-CB4CCA059FC4}" type="datetimeFigureOut">
              <a:rPr/>
              <a:t>1/27/13</a:t>
            </a:fld>
            <a:endParaRPr/>
          </a:p>
        </p:txBody>
      </p:sp>
      <p:sp>
        <p:nvSpPr>
          <p:cNvPr id="1434114119" name="Footer Placeholder 3"/>
          <p:cNvSpPr>
            <a:spLocks noGrp="1"/>
          </p:cNvSpPr>
          <p:nvPr>
            <p:ph type="ftr" idx="11"/>
          </p:nvPr>
        </p:nvSpPr>
        <p:spPr bwMode="auto"/>
        <p:txBody>
          <a:bodyPr/>
          <a:lstStyle/>
          <a:p>
            <a:pPr>
              <a:buNone/>
              <a:defRPr/>
            </a:pPr>
            <a:endParaRPr/>
          </a:p>
        </p:txBody>
      </p:sp>
      <p:sp>
        <p:nvSpPr>
          <p:cNvPr id="938749226" name="Slide Number Placeholder 4"/>
          <p:cNvSpPr>
            <a:spLocks noGrp="1"/>
          </p:cNvSpPr>
          <p:nvPr>
            <p:ph type="sldNum" idx="12"/>
          </p:nvPr>
        </p:nvSpPr>
        <p:spPr bwMode="auto"/>
        <p:txBody>
          <a:bodyPr/>
          <a:lstStyle/>
          <a:p>
            <a:pPr>
              <a:buNone/>
              <a:defRPr/>
            </a:pPr>
            <a:fld id="{C1FF6DA9-008F-8B48-92A6-B652298478BF}" type="slidenum">
              <a:r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942436787" name="Date Placeholder 1"/>
          <p:cNvSpPr>
            <a:spLocks noGrp="1"/>
          </p:cNvSpPr>
          <p:nvPr>
            <p:ph type="dt" idx="10"/>
          </p:nvPr>
        </p:nvSpPr>
        <p:spPr bwMode="auto"/>
        <p:txBody>
          <a:bodyPr/>
          <a:lstStyle/>
          <a:p>
            <a:pPr>
              <a:buNone/>
              <a:defRPr/>
            </a:pPr>
            <a:fld id="{5BCAD085-E8A6-8845-BD4E-CB4CCA059FC4}" type="datetimeFigureOut">
              <a:rPr/>
              <a:t>1/27/13</a:t>
            </a:fld>
            <a:endParaRPr/>
          </a:p>
        </p:txBody>
      </p:sp>
      <p:sp>
        <p:nvSpPr>
          <p:cNvPr id="1906731883" name="Footer Placeholder 2"/>
          <p:cNvSpPr>
            <a:spLocks noGrp="1"/>
          </p:cNvSpPr>
          <p:nvPr>
            <p:ph type="ftr" idx="11"/>
          </p:nvPr>
        </p:nvSpPr>
        <p:spPr bwMode="auto"/>
        <p:txBody>
          <a:bodyPr/>
          <a:lstStyle/>
          <a:p>
            <a:pPr>
              <a:buNone/>
              <a:defRPr/>
            </a:pPr>
            <a:endParaRPr/>
          </a:p>
        </p:txBody>
      </p:sp>
      <p:sp>
        <p:nvSpPr>
          <p:cNvPr id="1182179992" name="Slide Number Placeholder 3"/>
          <p:cNvSpPr>
            <a:spLocks noGrp="1"/>
          </p:cNvSpPr>
          <p:nvPr>
            <p:ph type="sldNum" idx="12"/>
          </p:nvPr>
        </p:nvSpPr>
        <p:spPr bwMode="auto"/>
        <p:txBody>
          <a:bodyPr/>
          <a:lstStyle/>
          <a:p>
            <a:pPr>
              <a:buNone/>
              <a:defRPr/>
            </a:pPr>
            <a:fld id="{C1FF6DA9-008F-8B48-92A6-B652298478BF}" type="slidenum">
              <a:r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290953134" name="Title 1"/>
          <p:cNvSpPr>
            <a:spLocks noGrp="1"/>
          </p:cNvSpPr>
          <p:nvPr>
            <p:ph type="title" idx="0"/>
          </p:nvPr>
        </p:nvSpPr>
        <p:spPr bwMode="auto">
          <a:xfrm>
            <a:off x="457200" y="273050"/>
            <a:ext cx="3008313" cy="1162050"/>
          </a:xfrm>
        </p:spPr>
        <p:txBody>
          <a:bodyPr anchor="b"/>
          <a:lstStyle>
            <a:lvl1pPr algn="l">
              <a:buNone/>
              <a:defRPr sz="2000" b="1"/>
            </a:lvl1pPr>
          </a:lstStyle>
          <a:p>
            <a:pPr>
              <a:buNone/>
              <a:defRPr/>
            </a:pPr>
            <a:r>
              <a:rPr/>
              <a:t>Click to edit Master title style</a:t>
            </a:r>
            <a:endParaRPr/>
          </a:p>
        </p:txBody>
      </p:sp>
      <p:sp>
        <p:nvSpPr>
          <p:cNvPr id="1690098698" name="Content Placeholder 2"/>
          <p:cNvSpPr>
            <a:spLocks noGrp="1"/>
          </p:cNvSpPr>
          <p:nvPr>
            <p:ph idx="1"/>
          </p:nvPr>
        </p:nvSpPr>
        <p:spPr bwMode="auto">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defRPr/>
            </a:pPr>
            <a:r>
              <a:rPr/>
              <a:t>Click to edit Master text styles</a:t>
            </a:r>
            <a:endParaRPr/>
          </a:p>
          <a:p>
            <a:pPr lvl="1">
              <a:buNone/>
              <a:defRPr/>
            </a:pPr>
            <a:r>
              <a:rPr/>
              <a:t>Second level</a:t>
            </a:r>
            <a:endParaRPr/>
          </a:p>
          <a:p>
            <a:pPr lvl="2">
              <a:buNone/>
              <a:defRPr/>
            </a:pPr>
            <a:r>
              <a:rPr/>
              <a:t>Third level</a:t>
            </a:r>
            <a:endParaRPr/>
          </a:p>
          <a:p>
            <a:pPr lvl="3">
              <a:buNone/>
              <a:defRPr/>
            </a:pPr>
            <a:r>
              <a:rPr/>
              <a:t>Fourth level</a:t>
            </a:r>
            <a:endParaRPr/>
          </a:p>
          <a:p>
            <a:pPr lvl="4">
              <a:buNone/>
              <a:defRPr/>
            </a:pPr>
            <a:r>
              <a:rPr/>
              <a:t>Fifth level</a:t>
            </a:r>
            <a:endParaRPr/>
          </a:p>
        </p:txBody>
      </p:sp>
      <p:sp>
        <p:nvSpPr>
          <p:cNvPr id="832246911" name="Text Placeholder 3"/>
          <p:cNvSpPr>
            <a:spLocks noGrp="1"/>
          </p:cNvSpPr>
          <p:nvPr>
            <p:ph type="body"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defRPr/>
            </a:pPr>
            <a:r>
              <a:rPr/>
              <a:t>Click to edit Master text styles</a:t>
            </a:r>
            <a:endParaRPr/>
          </a:p>
        </p:txBody>
      </p:sp>
      <p:sp>
        <p:nvSpPr>
          <p:cNvPr id="484145924" name="Date Placeholder 4"/>
          <p:cNvSpPr>
            <a:spLocks noGrp="1"/>
          </p:cNvSpPr>
          <p:nvPr>
            <p:ph type="dt" idx="10"/>
          </p:nvPr>
        </p:nvSpPr>
        <p:spPr bwMode="auto"/>
        <p:txBody>
          <a:bodyPr/>
          <a:lstStyle/>
          <a:p>
            <a:pPr>
              <a:buNone/>
              <a:defRPr/>
            </a:pPr>
            <a:fld id="{5BCAD085-E8A6-8845-BD4E-CB4CCA059FC4}" type="datetimeFigureOut">
              <a:rPr/>
              <a:t>1/27/13</a:t>
            </a:fld>
            <a:endParaRPr/>
          </a:p>
        </p:txBody>
      </p:sp>
      <p:sp>
        <p:nvSpPr>
          <p:cNvPr id="980128783" name="Footer Placeholder 5"/>
          <p:cNvSpPr>
            <a:spLocks noGrp="1"/>
          </p:cNvSpPr>
          <p:nvPr>
            <p:ph type="ftr" idx="11"/>
          </p:nvPr>
        </p:nvSpPr>
        <p:spPr bwMode="auto"/>
        <p:txBody>
          <a:bodyPr/>
          <a:lstStyle/>
          <a:p>
            <a:pPr>
              <a:buNone/>
              <a:defRPr/>
            </a:pPr>
            <a:endParaRPr/>
          </a:p>
        </p:txBody>
      </p:sp>
      <p:sp>
        <p:nvSpPr>
          <p:cNvPr id="92619280" name="Slide Number Placeholder 6"/>
          <p:cNvSpPr>
            <a:spLocks noGrp="1"/>
          </p:cNvSpPr>
          <p:nvPr>
            <p:ph type="sldNum" idx="12"/>
          </p:nvPr>
        </p:nvSpPr>
        <p:spPr bwMode="auto"/>
        <p:txBody>
          <a:bodyPr/>
          <a:lstStyle/>
          <a:p>
            <a:pPr>
              <a:buNone/>
              <a:defRPr/>
            </a:pPr>
            <a:fld id="{C1FF6DA9-008F-8B48-92A6-B652298478BF}" type="slidenum">
              <a:r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186352317" name="Title 1"/>
          <p:cNvSpPr>
            <a:spLocks noGrp="1"/>
          </p:cNvSpPr>
          <p:nvPr>
            <p:ph type="title" idx="0"/>
          </p:nvPr>
        </p:nvSpPr>
        <p:spPr bwMode="auto">
          <a:xfrm>
            <a:off x="1792288" y="4800600"/>
            <a:ext cx="5486400" cy="566738"/>
          </a:xfrm>
        </p:spPr>
        <p:txBody>
          <a:bodyPr anchor="b"/>
          <a:lstStyle>
            <a:lvl1pPr algn="l">
              <a:buNone/>
              <a:defRPr sz="2000" b="1"/>
            </a:lvl1pPr>
          </a:lstStyle>
          <a:p>
            <a:pPr>
              <a:buNone/>
              <a:defRPr/>
            </a:pPr>
            <a:r>
              <a:rPr/>
              <a:t>Click to edit Master title style</a:t>
            </a:r>
            <a:endParaRPr/>
          </a:p>
        </p:txBody>
      </p:sp>
      <p:sp>
        <p:nvSpPr>
          <p:cNvPr id="1900361516"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buNone/>
              <a:defRPr/>
            </a:pPr>
            <a:endParaRPr/>
          </a:p>
        </p:txBody>
      </p:sp>
      <p:sp>
        <p:nvSpPr>
          <p:cNvPr id="188653272" name="Text Placeholder 3"/>
          <p:cNvSpPr>
            <a:spLocks noGrp="1"/>
          </p:cNvSpPr>
          <p:nvPr>
            <p:ph type="body"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defRPr/>
            </a:pPr>
            <a:r>
              <a:rPr/>
              <a:t>Click to edit Master text styles</a:t>
            </a:r>
            <a:endParaRPr/>
          </a:p>
        </p:txBody>
      </p:sp>
      <p:sp>
        <p:nvSpPr>
          <p:cNvPr id="1028486789" name="Date Placeholder 4"/>
          <p:cNvSpPr>
            <a:spLocks noGrp="1"/>
          </p:cNvSpPr>
          <p:nvPr>
            <p:ph type="dt" idx="10"/>
          </p:nvPr>
        </p:nvSpPr>
        <p:spPr bwMode="auto"/>
        <p:txBody>
          <a:bodyPr/>
          <a:lstStyle/>
          <a:p>
            <a:pPr>
              <a:buNone/>
              <a:defRPr/>
            </a:pPr>
            <a:fld id="{5BCAD085-E8A6-8845-BD4E-CB4CCA059FC4}" type="datetimeFigureOut">
              <a:rPr/>
              <a:t>1/27/13</a:t>
            </a:fld>
            <a:endParaRPr/>
          </a:p>
        </p:txBody>
      </p:sp>
      <p:sp>
        <p:nvSpPr>
          <p:cNvPr id="168116529" name="Footer Placeholder 5"/>
          <p:cNvSpPr>
            <a:spLocks noGrp="1"/>
          </p:cNvSpPr>
          <p:nvPr>
            <p:ph type="ftr" idx="11"/>
          </p:nvPr>
        </p:nvSpPr>
        <p:spPr bwMode="auto"/>
        <p:txBody>
          <a:bodyPr/>
          <a:lstStyle/>
          <a:p>
            <a:pPr>
              <a:buNone/>
              <a:defRPr/>
            </a:pPr>
            <a:endParaRPr/>
          </a:p>
        </p:txBody>
      </p:sp>
      <p:sp>
        <p:nvSpPr>
          <p:cNvPr id="1059574400" name="Slide Number Placeholder 6"/>
          <p:cNvSpPr>
            <a:spLocks noGrp="1"/>
          </p:cNvSpPr>
          <p:nvPr>
            <p:ph type="sldNum" idx="12"/>
          </p:nvPr>
        </p:nvSpPr>
        <p:spPr bwMode="auto"/>
        <p:txBody>
          <a:bodyPr/>
          <a:lstStyle/>
          <a:p>
            <a:pPr>
              <a:buNone/>
              <a:defRPr/>
            </a:pPr>
            <a:fld id="{C1FF6DA9-008F-8B48-92A6-B652298478BF}" type="slidenum">
              <a:r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351683113" name="Title 1"/>
          <p:cNvSpPr>
            <a:spLocks noGrp="1"/>
          </p:cNvSpPr>
          <p:nvPr>
            <p:ph type="title" idx="0"/>
          </p:nvPr>
        </p:nvSpPr>
        <p:spPr bwMode="auto"/>
        <p:txBody>
          <a:bodyPr/>
          <a:lstStyle/>
          <a:p>
            <a:pPr>
              <a:buNone/>
              <a:defRPr/>
            </a:pPr>
            <a:r>
              <a:rPr/>
              <a:t>Click to edit Master title style</a:t>
            </a:r>
            <a:endParaRPr/>
          </a:p>
        </p:txBody>
      </p:sp>
      <p:sp>
        <p:nvSpPr>
          <p:cNvPr id="679971990" name="Vertical Text Placeholder 2"/>
          <p:cNvSpPr>
            <a:spLocks noGrp="1"/>
          </p:cNvSpPr>
          <p:nvPr>
            <p:ph type="body" idx="1"/>
          </p:nvPr>
        </p:nvSpPr>
        <p:spPr bwMode="auto"/>
        <p:txBody>
          <a:bodyPr vert="eaVert"/>
          <a:lstStyle/>
          <a:p>
            <a:pPr lvl="0">
              <a:buNone/>
              <a:defRPr/>
            </a:pPr>
            <a:r>
              <a:rPr/>
              <a:t>Click to edit Master text styles</a:t>
            </a:r>
            <a:endParaRPr/>
          </a:p>
          <a:p>
            <a:pPr lvl="1">
              <a:buNone/>
              <a:defRPr/>
            </a:pPr>
            <a:r>
              <a:rPr/>
              <a:t>Second level</a:t>
            </a:r>
            <a:endParaRPr/>
          </a:p>
          <a:p>
            <a:pPr lvl="2">
              <a:buNone/>
              <a:defRPr/>
            </a:pPr>
            <a:r>
              <a:rPr/>
              <a:t>Third level</a:t>
            </a:r>
            <a:endParaRPr/>
          </a:p>
          <a:p>
            <a:pPr lvl="3">
              <a:buNone/>
              <a:defRPr/>
            </a:pPr>
            <a:r>
              <a:rPr/>
              <a:t>Fourth level</a:t>
            </a:r>
            <a:endParaRPr/>
          </a:p>
          <a:p>
            <a:pPr lvl="4">
              <a:buNone/>
              <a:defRPr/>
            </a:pPr>
            <a:r>
              <a:rPr/>
              <a:t>Fifth level</a:t>
            </a:r>
            <a:endParaRPr/>
          </a:p>
        </p:txBody>
      </p:sp>
      <p:sp>
        <p:nvSpPr>
          <p:cNvPr id="1120652065" name="Date Placeholder 3"/>
          <p:cNvSpPr>
            <a:spLocks noGrp="1"/>
          </p:cNvSpPr>
          <p:nvPr>
            <p:ph type="dt" idx="10"/>
          </p:nvPr>
        </p:nvSpPr>
        <p:spPr bwMode="auto"/>
        <p:txBody>
          <a:bodyPr/>
          <a:lstStyle/>
          <a:p>
            <a:pPr>
              <a:buNone/>
              <a:defRPr/>
            </a:pPr>
            <a:fld id="{5BCAD085-E8A6-8845-BD4E-CB4CCA059FC4}" type="datetimeFigureOut">
              <a:rPr/>
              <a:t>1/27/13</a:t>
            </a:fld>
            <a:endParaRPr/>
          </a:p>
        </p:txBody>
      </p:sp>
      <p:sp>
        <p:nvSpPr>
          <p:cNvPr id="2004898039" name="Footer Placeholder 4"/>
          <p:cNvSpPr>
            <a:spLocks noGrp="1"/>
          </p:cNvSpPr>
          <p:nvPr>
            <p:ph type="ftr" idx="11"/>
          </p:nvPr>
        </p:nvSpPr>
        <p:spPr bwMode="auto"/>
        <p:txBody>
          <a:bodyPr/>
          <a:lstStyle/>
          <a:p>
            <a:pPr>
              <a:buNone/>
              <a:defRPr/>
            </a:pPr>
            <a:endParaRPr/>
          </a:p>
        </p:txBody>
      </p:sp>
      <p:sp>
        <p:nvSpPr>
          <p:cNvPr id="1968466550" name="Slide Number Placeholder 5"/>
          <p:cNvSpPr>
            <a:spLocks noGrp="1"/>
          </p:cNvSpPr>
          <p:nvPr>
            <p:ph type="sldNum" idx="12"/>
          </p:nvPr>
        </p:nvSpPr>
        <p:spPr bwMode="auto"/>
        <p:txBody>
          <a:bodyPr/>
          <a:lstStyle/>
          <a:p>
            <a:pPr>
              <a:buNone/>
              <a:defRPr/>
            </a:pPr>
            <a:fld id="{C1FF6DA9-008F-8B48-92A6-B652298478BF}" type="slidenum">
              <a:r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739231166" name="Vertical Title 1"/>
          <p:cNvSpPr>
            <a:spLocks noGrp="1"/>
          </p:cNvSpPr>
          <p:nvPr>
            <p:ph type="title" idx="0"/>
          </p:nvPr>
        </p:nvSpPr>
        <p:spPr bwMode="auto">
          <a:xfrm>
            <a:off x="6629400" y="274638"/>
            <a:ext cx="2057400" cy="5851525"/>
          </a:xfrm>
        </p:spPr>
        <p:txBody>
          <a:bodyPr vert="eaVert"/>
          <a:lstStyle/>
          <a:p>
            <a:pPr>
              <a:buNone/>
              <a:defRPr/>
            </a:pPr>
            <a:r>
              <a:rPr/>
              <a:t>Click to edit Master title style</a:t>
            </a:r>
            <a:endParaRPr/>
          </a:p>
        </p:txBody>
      </p:sp>
      <p:sp>
        <p:nvSpPr>
          <p:cNvPr id="928755128" name="Vertical Text Placeholder 2"/>
          <p:cNvSpPr>
            <a:spLocks noGrp="1"/>
          </p:cNvSpPr>
          <p:nvPr>
            <p:ph type="body" idx="1"/>
          </p:nvPr>
        </p:nvSpPr>
        <p:spPr bwMode="auto">
          <a:xfrm>
            <a:off x="457200" y="274638"/>
            <a:ext cx="6019800" cy="5851525"/>
          </a:xfrm>
        </p:spPr>
        <p:txBody>
          <a:bodyPr vert="eaVert"/>
          <a:lstStyle/>
          <a:p>
            <a:pPr lvl="0">
              <a:buNone/>
              <a:defRPr/>
            </a:pPr>
            <a:r>
              <a:rPr/>
              <a:t>Click to edit Master text styles</a:t>
            </a:r>
            <a:endParaRPr/>
          </a:p>
          <a:p>
            <a:pPr lvl="1">
              <a:buNone/>
              <a:defRPr/>
            </a:pPr>
            <a:r>
              <a:rPr/>
              <a:t>Second level</a:t>
            </a:r>
            <a:endParaRPr/>
          </a:p>
          <a:p>
            <a:pPr lvl="2">
              <a:buNone/>
              <a:defRPr/>
            </a:pPr>
            <a:r>
              <a:rPr/>
              <a:t>Third level</a:t>
            </a:r>
            <a:endParaRPr/>
          </a:p>
          <a:p>
            <a:pPr lvl="3">
              <a:buNone/>
              <a:defRPr/>
            </a:pPr>
            <a:r>
              <a:rPr/>
              <a:t>Fourth level</a:t>
            </a:r>
            <a:endParaRPr/>
          </a:p>
          <a:p>
            <a:pPr lvl="4">
              <a:buNone/>
              <a:defRPr/>
            </a:pPr>
            <a:r>
              <a:rPr/>
              <a:t>Fifth level</a:t>
            </a:r>
            <a:endParaRPr/>
          </a:p>
        </p:txBody>
      </p:sp>
      <p:sp>
        <p:nvSpPr>
          <p:cNvPr id="626995761" name="Date Placeholder 3"/>
          <p:cNvSpPr>
            <a:spLocks noGrp="1"/>
          </p:cNvSpPr>
          <p:nvPr>
            <p:ph type="dt" idx="10"/>
          </p:nvPr>
        </p:nvSpPr>
        <p:spPr bwMode="auto"/>
        <p:txBody>
          <a:bodyPr/>
          <a:lstStyle/>
          <a:p>
            <a:pPr>
              <a:buNone/>
              <a:defRPr/>
            </a:pPr>
            <a:fld id="{5BCAD085-E8A6-8845-BD4E-CB4CCA059FC4}" type="datetimeFigureOut">
              <a:rPr/>
              <a:t>1/27/13</a:t>
            </a:fld>
            <a:endParaRPr/>
          </a:p>
        </p:txBody>
      </p:sp>
      <p:sp>
        <p:nvSpPr>
          <p:cNvPr id="802009140" name="Footer Placeholder 4"/>
          <p:cNvSpPr>
            <a:spLocks noGrp="1"/>
          </p:cNvSpPr>
          <p:nvPr>
            <p:ph type="ftr" idx="11"/>
          </p:nvPr>
        </p:nvSpPr>
        <p:spPr bwMode="auto"/>
        <p:txBody>
          <a:bodyPr/>
          <a:lstStyle/>
          <a:p>
            <a:pPr>
              <a:buNone/>
              <a:defRPr/>
            </a:pPr>
            <a:endParaRPr/>
          </a:p>
        </p:txBody>
      </p:sp>
      <p:sp>
        <p:nvSpPr>
          <p:cNvPr id="1410023936" name="Slide Number Placeholder 5"/>
          <p:cNvSpPr>
            <a:spLocks noGrp="1"/>
          </p:cNvSpPr>
          <p:nvPr>
            <p:ph type="sldNum" idx="12"/>
          </p:nvPr>
        </p:nvSpPr>
        <p:spPr bwMode="auto"/>
        <p:txBody>
          <a:bodyPr/>
          <a:lstStyle/>
          <a:p>
            <a:pPr>
              <a:buNone/>
              <a:defRPr/>
            </a:pPr>
            <a:fld id="{C1FF6DA9-008F-8B48-92A6-B652298478BF}" type="slidenum">
              <a:rPr/>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576607946" name="Title Placeholder 1"/>
          <p:cNvSpPr>
            <a:spLocks noGrp="1"/>
          </p:cNvSpPr>
          <p:nvPr>
            <p:ph type="title" idx="0"/>
          </p:nvPr>
        </p:nvSpPr>
        <p:spPr bwMode="auto">
          <a:xfrm>
            <a:off x="457200" y="274638"/>
            <a:ext cx="8229600" cy="1143000"/>
          </a:xfrm>
          <a:prstGeom prst="rect">
            <a:avLst/>
          </a:prstGeom>
        </p:spPr>
        <p:txBody>
          <a:bodyPr vert="horz" lIns="91440" tIns="45720" rIns="91440" bIns="45720" anchor="ctr">
            <a:normAutofit/>
          </a:bodyPr>
          <a:lstStyle/>
          <a:p>
            <a:pPr>
              <a:buNone/>
              <a:defRPr/>
            </a:pPr>
            <a:r>
              <a:rPr/>
              <a:t>Click to edit Master title style</a:t>
            </a:r>
            <a:endParaRPr/>
          </a:p>
        </p:txBody>
      </p:sp>
      <p:sp>
        <p:nvSpPr>
          <p:cNvPr id="1914339910" name="Text Placeholder 2"/>
          <p:cNvSpPr>
            <a:spLocks noGrp="1"/>
          </p:cNvSpPr>
          <p:nvPr>
            <p:ph type="body" idx="1"/>
          </p:nvPr>
        </p:nvSpPr>
        <p:spPr bwMode="auto">
          <a:xfrm>
            <a:off x="457200" y="1600200"/>
            <a:ext cx="8229600" cy="4525963"/>
          </a:xfrm>
          <a:prstGeom prst="rect">
            <a:avLst/>
          </a:prstGeom>
        </p:spPr>
        <p:txBody>
          <a:bodyPr vert="horz" lIns="91440" tIns="45720" rIns="91440" bIns="45720">
            <a:normAutofit/>
          </a:bodyPr>
          <a:lstStyle/>
          <a:p>
            <a:pPr lvl="0">
              <a:buNone/>
              <a:defRPr/>
            </a:pPr>
            <a:r>
              <a:rPr/>
              <a:t>Click to edit Master text styles</a:t>
            </a:r>
            <a:endParaRPr/>
          </a:p>
          <a:p>
            <a:pPr lvl="1">
              <a:buNone/>
              <a:defRPr/>
            </a:pPr>
            <a:r>
              <a:rPr/>
              <a:t>Second level</a:t>
            </a:r>
            <a:endParaRPr/>
          </a:p>
          <a:p>
            <a:pPr lvl="2">
              <a:buNone/>
              <a:defRPr/>
            </a:pPr>
            <a:r>
              <a:rPr/>
              <a:t>Third level</a:t>
            </a:r>
            <a:endParaRPr/>
          </a:p>
          <a:p>
            <a:pPr lvl="3">
              <a:buNone/>
              <a:defRPr/>
            </a:pPr>
            <a:r>
              <a:rPr/>
              <a:t>Fourth level</a:t>
            </a:r>
            <a:endParaRPr/>
          </a:p>
          <a:p>
            <a:pPr lvl="4">
              <a:buNone/>
              <a:defRPr/>
            </a:pPr>
            <a:r>
              <a:rPr/>
              <a:t>Fifth level</a:t>
            </a:r>
            <a:endParaRPr/>
          </a:p>
        </p:txBody>
      </p:sp>
      <p:sp>
        <p:nvSpPr>
          <p:cNvPr id="1900827200" name="Date Placeholder 3"/>
          <p:cNvSpPr>
            <a:spLocks noGrp="1"/>
          </p:cNvSpPr>
          <p:nvPr>
            <p:ph type="dt" idx="2"/>
          </p:nvPr>
        </p:nvSpPr>
        <p:spPr bwMode="auto">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pPr>
              <a:buNone/>
              <a:defRPr/>
            </a:pPr>
            <a:fld id="{5BCAD085-E8A6-8845-BD4E-CB4CCA059FC4}" type="datetimeFigureOut">
              <a:rPr/>
              <a:t>1/27/13</a:t>
            </a:fld>
            <a:endParaRPr/>
          </a:p>
        </p:txBody>
      </p:sp>
      <p:sp>
        <p:nvSpPr>
          <p:cNvPr id="393987772" name="Footer Placeholder 4"/>
          <p:cNvSpPr>
            <a:spLocks noGrp="1"/>
          </p:cNvSpPr>
          <p:nvPr>
            <p:ph type="ftr" idx="3"/>
          </p:nvPr>
        </p:nvSpPr>
        <p:spPr bwMode="auto">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pPr>
              <a:buNone/>
              <a:defRPr/>
            </a:pPr>
            <a:endParaRPr/>
          </a:p>
        </p:txBody>
      </p:sp>
      <p:sp>
        <p:nvSpPr>
          <p:cNvPr id="1622404304" name="Slide Number Placeholder 5"/>
          <p:cNvSpPr>
            <a:spLocks noGrp="1"/>
          </p:cNvSpPr>
          <p:nvPr>
            <p:ph type="sldNum" idx="4"/>
          </p:nvPr>
        </p:nvSpPr>
        <p:spPr bwMode="auto">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pPr>
              <a:buNone/>
              <a:defRPr/>
            </a:pPr>
            <a:fld id="{C1FF6DA9-008F-8B48-92A6-B652298478BF}"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1"/>
  <p:txStyles>
    <p:titleStyle>
      <a:lvl1pPr algn="ctr" defTabSz="457200">
        <a:spcBef>
          <a:spcPts val="0"/>
        </a:spcBef>
        <a:buNone/>
        <a:defRPr sz="4400">
          <a:solidFill>
            <a:schemeClr val="tx1"/>
          </a:solidFill>
          <a:latin typeface="+mj-lt"/>
          <a:ea typeface="+mj-lt"/>
          <a:cs typeface="+mj-lt"/>
        </a:defRPr>
      </a:lvl1pPr>
    </p:titleStyle>
    <p:bodyStyle>
      <a:lvl1pPr marL="342900" indent="-342900" algn="l" defTabSz="457200">
        <a:spcBef>
          <a:spcPts val="0"/>
        </a:spcBef>
        <a:buFont typeface="Arial"/>
        <a:buChar char="•"/>
        <a:defRPr sz="3200">
          <a:solidFill>
            <a:schemeClr val="tx1"/>
          </a:solidFill>
          <a:latin typeface="+mn-lt"/>
          <a:ea typeface="+mn-lt"/>
          <a:cs typeface="+mn-lt"/>
        </a:defRPr>
      </a:lvl1pPr>
      <a:lvl2pPr marL="742950" indent="-285750" algn="l" defTabSz="457200">
        <a:spcBef>
          <a:spcPts val="0"/>
        </a:spcBef>
        <a:buFont typeface="Arial"/>
        <a:buChar char="–"/>
        <a:defRPr sz="2800">
          <a:solidFill>
            <a:schemeClr val="tx1"/>
          </a:solidFill>
          <a:latin typeface="+mn-lt"/>
          <a:ea typeface="+mn-lt"/>
          <a:cs typeface="+mn-lt"/>
        </a:defRPr>
      </a:lvl2pPr>
      <a:lvl3pPr marL="1143000" indent="-228600" algn="l" defTabSz="457200">
        <a:spcBef>
          <a:spcPts val="0"/>
        </a:spcBef>
        <a:buFont typeface="Arial"/>
        <a:buChar char="•"/>
        <a:defRPr sz="2400">
          <a:solidFill>
            <a:schemeClr val="tx1"/>
          </a:solidFill>
          <a:latin typeface="+mn-lt"/>
          <a:ea typeface="+mn-lt"/>
          <a:cs typeface="+mn-lt"/>
        </a:defRPr>
      </a:lvl3pPr>
      <a:lvl4pPr marL="1600200" indent="-228600" algn="l" defTabSz="457200">
        <a:spcBef>
          <a:spcPts val="0"/>
        </a:spcBef>
        <a:buFont typeface="Arial"/>
        <a:buChar char="–"/>
        <a:defRPr sz="2000">
          <a:solidFill>
            <a:schemeClr val="tx1"/>
          </a:solidFill>
          <a:latin typeface="+mn-lt"/>
          <a:ea typeface="+mn-lt"/>
          <a:cs typeface="+mn-lt"/>
        </a:defRPr>
      </a:lvl4pPr>
      <a:lvl5pPr marL="2057400" indent="-228600" algn="l" defTabSz="457200">
        <a:spcBef>
          <a:spcPts val="0"/>
        </a:spcBef>
        <a:buFont typeface="Arial"/>
        <a:buChar char="»"/>
        <a:defRPr sz="2000">
          <a:solidFill>
            <a:schemeClr val="tx1"/>
          </a:solidFill>
          <a:latin typeface="+mn-lt"/>
          <a:ea typeface="+mn-lt"/>
          <a:cs typeface="+mn-lt"/>
        </a:defRPr>
      </a:lvl5pPr>
      <a:lvl6pPr marL="2514600" indent="-228600" algn="l" defTabSz="457200">
        <a:spcBef>
          <a:spcPts val="0"/>
        </a:spcBef>
        <a:buFont typeface="Arial"/>
        <a:buChar char="•"/>
        <a:defRPr sz="2000">
          <a:solidFill>
            <a:schemeClr val="tx1"/>
          </a:solidFill>
          <a:latin typeface="+mn-lt"/>
          <a:ea typeface="+mn-lt"/>
          <a:cs typeface="+mn-lt"/>
        </a:defRPr>
      </a:lvl6pPr>
      <a:lvl7pPr marL="2971800" indent="-228600" algn="l" defTabSz="457200">
        <a:spcBef>
          <a:spcPts val="0"/>
        </a:spcBef>
        <a:buFont typeface="Arial"/>
        <a:buChar char="•"/>
        <a:defRPr sz="2000">
          <a:solidFill>
            <a:schemeClr val="tx1"/>
          </a:solidFill>
          <a:latin typeface="+mn-lt"/>
          <a:ea typeface="+mn-lt"/>
          <a:cs typeface="+mn-lt"/>
        </a:defRPr>
      </a:lvl7pPr>
      <a:lvl8pPr marL="3429000" indent="-228600" algn="l" defTabSz="457200">
        <a:spcBef>
          <a:spcPts val="0"/>
        </a:spcBef>
        <a:buFont typeface="Arial"/>
        <a:buChar char="•"/>
        <a:defRPr sz="2000">
          <a:solidFill>
            <a:schemeClr val="tx1"/>
          </a:solidFill>
          <a:latin typeface="+mn-lt"/>
          <a:ea typeface="+mn-lt"/>
          <a:cs typeface="+mn-lt"/>
        </a:defRPr>
      </a:lvl8pPr>
      <a:lvl9pPr marL="3886200" indent="-228600" algn="l" defTabSz="457200">
        <a:spcBef>
          <a:spcPts val="0"/>
        </a:spcBef>
        <a:buFont typeface="Arial"/>
        <a:buChar char="•"/>
        <a:defRPr sz="2000">
          <a:solidFill>
            <a:schemeClr val="tx1"/>
          </a:solidFill>
          <a:latin typeface="+mn-lt"/>
          <a:ea typeface="+mn-lt"/>
          <a:cs typeface="+mn-lt"/>
        </a:defRPr>
      </a:lvl9pPr>
    </p:bodyStyle>
    <p:otherStyle>
      <a:lvl1pPr marL="0" algn="l" defTabSz="457200">
        <a:buNone/>
        <a:defRPr sz="1800">
          <a:solidFill>
            <a:schemeClr val="tx1"/>
          </a:solidFill>
          <a:latin typeface="+mn-lt"/>
          <a:ea typeface="+mn-lt"/>
          <a:cs typeface="+mn-lt"/>
        </a:defRPr>
      </a:lvl1pPr>
      <a:lvl2pPr marL="457200" algn="l" defTabSz="457200">
        <a:buNone/>
        <a:defRPr sz="1800">
          <a:solidFill>
            <a:schemeClr val="tx1"/>
          </a:solidFill>
          <a:latin typeface="+mn-lt"/>
          <a:ea typeface="+mn-lt"/>
          <a:cs typeface="+mn-lt"/>
        </a:defRPr>
      </a:lvl2pPr>
      <a:lvl3pPr marL="914400" algn="l" defTabSz="457200">
        <a:buNone/>
        <a:defRPr sz="1800">
          <a:solidFill>
            <a:schemeClr val="tx1"/>
          </a:solidFill>
          <a:latin typeface="+mn-lt"/>
          <a:ea typeface="+mn-lt"/>
          <a:cs typeface="+mn-lt"/>
        </a:defRPr>
      </a:lvl3pPr>
      <a:lvl4pPr marL="1371600" algn="l" defTabSz="457200">
        <a:buNone/>
        <a:defRPr sz="1800">
          <a:solidFill>
            <a:schemeClr val="tx1"/>
          </a:solidFill>
          <a:latin typeface="+mn-lt"/>
          <a:ea typeface="+mn-lt"/>
          <a:cs typeface="+mn-lt"/>
        </a:defRPr>
      </a:lvl4pPr>
      <a:lvl5pPr marL="1828800" algn="l" defTabSz="457200">
        <a:buNone/>
        <a:defRPr sz="1800">
          <a:solidFill>
            <a:schemeClr val="tx1"/>
          </a:solidFill>
          <a:latin typeface="+mn-lt"/>
          <a:ea typeface="+mn-lt"/>
          <a:cs typeface="+mn-lt"/>
        </a:defRPr>
      </a:lvl5pPr>
      <a:lvl6pPr marL="2286000" algn="l" defTabSz="457200">
        <a:buNone/>
        <a:defRPr sz="1800">
          <a:solidFill>
            <a:schemeClr val="tx1"/>
          </a:solidFill>
          <a:latin typeface="+mn-lt"/>
          <a:ea typeface="+mn-lt"/>
          <a:cs typeface="+mn-lt"/>
        </a:defRPr>
      </a:lvl6pPr>
      <a:lvl7pPr marL="2743200" algn="l" defTabSz="457200">
        <a:buNone/>
        <a:defRPr sz="1800">
          <a:solidFill>
            <a:schemeClr val="tx1"/>
          </a:solidFill>
          <a:latin typeface="+mn-lt"/>
          <a:ea typeface="+mn-lt"/>
          <a:cs typeface="+mn-lt"/>
        </a:defRPr>
      </a:lvl7pPr>
      <a:lvl8pPr marL="3200400" algn="l" defTabSz="457200">
        <a:buNone/>
        <a:defRPr sz="1800">
          <a:solidFill>
            <a:schemeClr val="tx1"/>
          </a:solidFill>
          <a:latin typeface="+mn-lt"/>
          <a:ea typeface="+mn-lt"/>
          <a:cs typeface="+mn-lt"/>
        </a:defRPr>
      </a:lvl8pPr>
      <a:lvl9pPr marL="3657600" algn="l" defTabSz="457200">
        <a:buNone/>
        <a:defRPr sz="1800">
          <a:solidFill>
            <a:schemeClr val="tx1"/>
          </a:solidFill>
          <a:latin typeface="+mn-lt"/>
          <a:ea typeface="+mn-lt"/>
          <a:cs typeface="+mn-lt"/>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image" Target="../media/image12.jp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7.png"/><Relationship Id="rId4" Type="http://schemas.openxmlformats.org/officeDocument/2006/relationships/image" Target="../media/image18.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24.png"/><Relationship Id="rId4" Type="http://schemas.microsoft.com/office/2007/relationships/media" Target="../media/media1.mp4"/><Relationship Id="rId5" Type="http://schemas.openxmlformats.org/officeDocument/2006/relationships/video" Target="../media/media1.mp4" /></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03407527" name="TextBox 4"/>
          <p:cNvSpPr>
            <a:spLocks noGrp="1"/>
          </p:cNvSpPr>
          <p:nvPr/>
        </p:nvSpPr>
        <p:spPr bwMode="auto">
          <a:xfrm>
            <a:off x="566928" y="1847088"/>
            <a:ext cx="10287000" cy="1267968"/>
          </a:xfrm>
          <a:prstGeom prst="rect">
            <a:avLst/>
          </a:prstGeom>
          <a:noFill/>
        </p:spPr>
        <p:txBody>
          <a:bodyPr wrap="square" lIns="0" tIns="0" rIns="0" bIns="0" anchor="t">
            <a:spAutoFit/>
          </a:bodyPr>
          <a:lstStyle/>
          <a:p>
            <a:pPr algn="l">
              <a:lnSpc>
                <a:spcPct val="104000"/>
              </a:lnSpc>
              <a:spcBef>
                <a:spcPts val="0"/>
              </a:spcBef>
              <a:spcAft>
                <a:spcPts val="0"/>
              </a:spcAft>
              <a:buNone/>
              <a:defRPr/>
            </a:pPr>
            <a:r>
              <a:rPr sz="4000" b="1">
                <a:solidFill>
                  <a:srgbClr val="04579B"/>
                </a:solidFill>
                <a:latin typeface="Franklin Gothic Medium"/>
                <a:ea typeface="Franklin Gothic Medium"/>
                <a:cs typeface="Franklin Gothic Medium"/>
              </a:rPr>
              <a:t>A Closed-loop Basil Plant</a:t>
            </a:r>
            <a:endParaRPr>
              <a:latin typeface="Franklin Gothic Medium"/>
              <a:ea typeface="Franklin Gothic Medium"/>
              <a:cs typeface="Franklin Gothic Medium"/>
            </a:endParaRPr>
          </a:p>
          <a:p>
            <a:pPr algn="l">
              <a:lnSpc>
                <a:spcPct val="104000"/>
              </a:lnSpc>
              <a:spcBef>
                <a:spcPts val="0"/>
              </a:spcBef>
              <a:spcAft>
                <a:spcPts val="0"/>
              </a:spcAft>
              <a:buNone/>
              <a:defRPr/>
            </a:pPr>
            <a:r>
              <a:rPr sz="4000" b="1">
                <a:solidFill>
                  <a:srgbClr val="04579B"/>
                </a:solidFill>
                <a:latin typeface="Franklin Gothic Medium"/>
                <a:ea typeface="Franklin Gothic Medium"/>
                <a:cs typeface="Franklin Gothic Medium"/>
              </a:rPr>
              <a:t>Digital Twin Framework</a:t>
            </a:r>
            <a:endParaRPr>
              <a:latin typeface="Franklin Gothic Medium"/>
              <a:ea typeface="Franklin Gothic Medium"/>
              <a:cs typeface="Franklin Gothic Medium"/>
            </a:endParaRPr>
          </a:p>
        </p:txBody>
      </p:sp>
      <p:sp>
        <p:nvSpPr>
          <p:cNvPr id="641954748" name="TextBox 8"/>
          <p:cNvSpPr>
            <a:spLocks noGrp="1"/>
          </p:cNvSpPr>
          <p:nvPr/>
        </p:nvSpPr>
        <p:spPr bwMode="auto">
          <a:xfrm>
            <a:off x="566928" y="4315968"/>
            <a:ext cx="6684838" cy="788826"/>
          </a:xfrm>
          <a:prstGeom prst="rect">
            <a:avLst/>
          </a:prstGeom>
          <a:noFill/>
        </p:spPr>
        <p:txBody>
          <a:bodyPr wrap="square" lIns="0" tIns="0" rIns="0" bIns="0" anchor="t">
            <a:spAutoFit/>
          </a:bodyPr>
          <a:lstStyle/>
          <a:p>
            <a:pPr algn="l">
              <a:lnSpc>
                <a:spcPct val="112000"/>
              </a:lnSpc>
              <a:spcBef>
                <a:spcPts val="0"/>
              </a:spcBef>
              <a:spcAft>
                <a:spcPts val="499"/>
              </a:spcAft>
              <a:buNone/>
              <a:defRPr/>
            </a:pPr>
            <a:r>
              <a:rPr sz="1700" b="1">
                <a:solidFill>
                  <a:srgbClr val="033A6B"/>
                </a:solidFill>
                <a:latin typeface="Franklin Gothic Medium"/>
                <a:ea typeface="Franklin Gothic Medium"/>
                <a:cs typeface="Franklin Gothic Medium"/>
              </a:rPr>
              <a:t>Rayan CONTULIANO BRAVO</a:t>
            </a:r>
            <a:endParaRPr/>
          </a:p>
          <a:p>
            <a:pPr algn="l">
              <a:lnSpc>
                <a:spcPct val="112000"/>
              </a:lnSpc>
              <a:spcBef>
                <a:spcPts val="0"/>
              </a:spcBef>
              <a:spcAft>
                <a:spcPts val="199"/>
              </a:spcAft>
              <a:buNone/>
              <a:defRPr/>
            </a:pPr>
            <a:r>
              <a:rPr sz="1200" b="0">
                <a:solidFill>
                  <a:schemeClr val="tx1"/>
                </a:solidFill>
                <a:latin typeface="Franklin Gothic Book"/>
                <a:ea typeface="Franklin Gothic Book"/>
                <a:cs typeface="Franklin Gothic Book"/>
              </a:rPr>
              <a:t>Co-authors: Pr. Gianluca Bontempi - Pascal Tribel</a:t>
            </a:r>
            <a:endParaRPr>
              <a:solidFill>
                <a:schemeClr val="tx1"/>
              </a:solidFill>
              <a:latin typeface="Franklin Gothic Book"/>
              <a:ea typeface="Franklin Gothic Book"/>
              <a:cs typeface="Franklin Gothic Book"/>
            </a:endParaRPr>
          </a:p>
          <a:p>
            <a:pPr algn="l">
              <a:lnSpc>
                <a:spcPct val="112000"/>
              </a:lnSpc>
              <a:spcBef>
                <a:spcPts val="0"/>
              </a:spcBef>
              <a:spcAft>
                <a:spcPts val="0"/>
              </a:spcAft>
              <a:buNone/>
              <a:defRPr/>
            </a:pPr>
            <a:r>
              <a:rPr sz="1200" b="0">
                <a:solidFill>
                  <a:schemeClr val="tx1"/>
                </a:solidFill>
                <a:latin typeface="Franklin Gothic Book"/>
                <a:ea typeface="Franklin Gothic Book"/>
                <a:cs typeface="Franklin Gothic Book"/>
              </a:rPr>
              <a:t>AI4DT 2026 - Maastricht - October 2026</a:t>
            </a:r>
            <a:endParaRPr/>
          </a:p>
        </p:txBody>
      </p:sp>
      <p:pic>
        <p:nvPicPr>
          <p:cNvPr id="1951602725" name="Picture 9"/>
          <p:cNvPicPr>
            <a:picLocks noChangeAspect="1"/>
          </p:cNvPicPr>
          <p:nvPr/>
        </p:nvPicPr>
        <p:blipFill rotWithShape="1">
          <a:blip r:embed="rId3"/>
          <a:stretch/>
        </p:blipFill>
        <p:spPr bwMode="auto">
          <a:xfrm>
            <a:off x="2560319" y="5989320"/>
            <a:ext cx="2011680" cy="493057"/>
          </a:xfrm>
          <a:prstGeom prst="rect">
            <a:avLst/>
          </a:prstGeom>
        </p:spPr>
      </p:pic>
      <p:pic>
        <p:nvPicPr>
          <p:cNvPr id="277760711" name=""/>
          <p:cNvPicPr>
            <a:picLocks noChangeAspect="1"/>
          </p:cNvPicPr>
          <p:nvPr/>
        </p:nvPicPr>
        <p:blipFill rotWithShape="1">
          <a:blip r:embed="rId4"/>
          <a:stretch/>
        </p:blipFill>
        <p:spPr bwMode="auto">
          <a:xfrm flipH="0" flipV="0">
            <a:off x="566928" y="5989319"/>
            <a:ext cx="1747455" cy="493057"/>
          </a:xfrm>
          <a:prstGeom prst="rect">
            <a:avLst/>
          </a:prstGeom>
        </p:spPr>
      </p:pic>
      <p:pic>
        <p:nvPicPr>
          <p:cNvPr id="1323703127" name=""/>
          <p:cNvPicPr>
            <a:picLocks noChangeAspect="1"/>
          </p:cNvPicPr>
          <p:nvPr/>
        </p:nvPicPr>
        <p:blipFill rotWithShape="1">
          <a:blip r:embed="rId5"/>
          <a:stretch/>
        </p:blipFill>
        <p:spPr bwMode="auto">
          <a:xfrm flipH="0" flipV="0">
            <a:off x="4179302" y="5962844"/>
            <a:ext cx="2011680" cy="51953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23869589" name="About me"/>
          <p:cNvSpPr>
            <a:spLocks noGrp="1"/>
          </p:cNvSpPr>
          <p:nvPr/>
        </p:nvSpPr>
        <p:spPr bwMode="auto">
          <a:xfrm>
            <a:off x="566928" y="566928"/>
            <a:ext cx="11058525" cy="552450"/>
          </a:xfrm>
          <a:prstGeom prst="rect">
            <a:avLst/>
          </a:prstGeom>
          <a:noFill/>
          <a:ln w="0">
            <a:noFill/>
          </a:ln>
        </p:spPr>
        <p:txBody>
          <a:bodyPr lIns="0" tIns="0" rIns="0" bIns="0" anchor="t">
            <a:noAutofit/>
          </a:bodyPr>
          <a:lstStyle>
            <a:defPPr algn="l">
              <a:defRPr sz="3600" b="1">
                <a:solidFill>
                  <a:srgbClr val="04579B"/>
                </a:solidFill>
                <a:latin typeface="Franklin Gothic Medium"/>
                <a:ea typeface="Franklin Gothic Medium"/>
                <a:cs typeface="Franklin Gothic Medium"/>
              </a:defRPr>
            </a:defPPr>
            <a:lvl1pPr algn="l">
              <a:defRPr sz="3600" b="1">
                <a:solidFill>
                  <a:srgbClr val="04579B"/>
                </a:solidFill>
                <a:latin typeface="Franklin Gothic Medium"/>
                <a:ea typeface="Franklin Gothic Medium"/>
                <a:cs typeface="Franklin Gothic Medium"/>
              </a:defRPr>
            </a:lvl1pPr>
            <a:lvl2pPr algn="l">
              <a:defRPr sz="3600" b="1">
                <a:solidFill>
                  <a:srgbClr val="04579B"/>
                </a:solidFill>
                <a:latin typeface="Franklin Gothic Medium"/>
                <a:ea typeface="Franklin Gothic Medium"/>
                <a:cs typeface="Franklin Gothic Medium"/>
              </a:defRPr>
            </a:lvl2pPr>
            <a:lvl3pPr algn="l">
              <a:defRPr sz="3600" b="1">
                <a:solidFill>
                  <a:srgbClr val="04579B"/>
                </a:solidFill>
                <a:latin typeface="Franklin Gothic Medium"/>
                <a:ea typeface="Franklin Gothic Medium"/>
                <a:cs typeface="Franklin Gothic Medium"/>
              </a:defRPr>
            </a:lvl3pPr>
            <a:lvl4pPr algn="l">
              <a:defRPr sz="3600" b="1">
                <a:solidFill>
                  <a:srgbClr val="04579B"/>
                </a:solidFill>
                <a:latin typeface="Franklin Gothic Medium"/>
                <a:ea typeface="Franklin Gothic Medium"/>
                <a:cs typeface="Franklin Gothic Medium"/>
              </a:defRPr>
            </a:lvl4pPr>
            <a:lvl5pPr algn="l">
              <a:defRPr sz="3600" b="1">
                <a:solidFill>
                  <a:srgbClr val="04579B"/>
                </a:solidFill>
                <a:latin typeface="Franklin Gothic Medium"/>
                <a:ea typeface="Franklin Gothic Medium"/>
                <a:cs typeface="Franklin Gothic Medium"/>
              </a:defRPr>
            </a:lvl5pPr>
            <a:lvl6pPr algn="l">
              <a:defRPr sz="3600" b="1">
                <a:solidFill>
                  <a:srgbClr val="04579B"/>
                </a:solidFill>
                <a:latin typeface="Franklin Gothic Medium"/>
                <a:ea typeface="Franklin Gothic Medium"/>
                <a:cs typeface="Franklin Gothic Medium"/>
              </a:defRPr>
            </a:lvl6pPr>
            <a:lvl7pPr algn="l">
              <a:defRPr sz="3600" b="1">
                <a:solidFill>
                  <a:srgbClr val="04579B"/>
                </a:solidFill>
                <a:latin typeface="Franklin Gothic Medium"/>
                <a:ea typeface="Franklin Gothic Medium"/>
                <a:cs typeface="Franklin Gothic Medium"/>
              </a:defRPr>
            </a:lvl7pPr>
            <a:lvl8pPr algn="l">
              <a:defRPr sz="3600" b="1">
                <a:solidFill>
                  <a:srgbClr val="04579B"/>
                </a:solidFill>
                <a:latin typeface="Franklin Gothic Medium"/>
                <a:ea typeface="Franklin Gothic Medium"/>
                <a:cs typeface="Franklin Gothic Medium"/>
              </a:defRPr>
            </a:lvl8pPr>
            <a:lvl9pPr algn="l">
              <a:defRPr sz="3600" b="1">
                <a:solidFill>
                  <a:srgbClr val="04579B"/>
                </a:solidFill>
                <a:latin typeface="Franklin Gothic Medium"/>
                <a:ea typeface="Franklin Gothic Medium"/>
                <a:cs typeface="Franklin Gothic Medium"/>
              </a:defRPr>
            </a:lvl9pPr>
          </a:lstStyle>
          <a:p>
            <a:pPr algn="l">
              <a:defRPr sz="3600" b="1">
                <a:solidFill>
                  <a:srgbClr val="04579B"/>
                </a:solidFill>
                <a:latin typeface="Franklin Gothic Medium"/>
                <a:ea typeface="Franklin Gothic Medium"/>
                <a:cs typeface="Franklin Gothic Medium"/>
              </a:defRPr>
            </a:pPr>
            <a:r>
              <a:rPr sz="3600" b="1">
                <a:solidFill>
                  <a:srgbClr val="04579B"/>
                </a:solidFill>
                <a:latin typeface="Franklin Gothic Medium"/>
                <a:ea typeface="Franklin Gothic Medium"/>
                <a:cs typeface="Franklin Gothic Medium"/>
              </a:rPr>
              <a:t>About me</a:t>
            </a:r>
            <a:endParaRPr/>
          </a:p>
        </p:txBody>
      </p:sp>
      <p:sp>
        <p:nvSpPr>
          <p:cNvPr id="1492984240" name="Computer science"/>
          <p:cNvSpPr>
            <a:spLocks noGrp="1"/>
          </p:cNvSpPr>
          <p:nvPr/>
        </p:nvSpPr>
        <p:spPr bwMode="auto">
          <a:xfrm>
            <a:off x="762000" y="2190750"/>
            <a:ext cx="4619625" cy="428625"/>
          </a:xfrm>
          <a:prstGeom prst="rect">
            <a:avLst/>
          </a:prstGeom>
          <a:noFill/>
          <a:ln w="0">
            <a:noFill/>
          </a:ln>
        </p:spPr>
        <p:txBody>
          <a:bodyPr lIns="0" tIns="0" rIns="0" bIns="0" anchor="t">
            <a:noAutofit/>
          </a:bodyPr>
          <a:lstStyle>
            <a:defPPr algn="l">
              <a:defRPr sz="2100" b="1">
                <a:solidFill>
                  <a:srgbClr val="04579B"/>
                </a:solidFill>
                <a:latin typeface="Franklin Gothic Medium"/>
                <a:ea typeface="Franklin Gothic Medium"/>
                <a:cs typeface="Franklin Gothic Medium"/>
              </a:defRPr>
            </a:defPPr>
            <a:lvl1pPr algn="l">
              <a:defRPr sz="2100" b="1">
                <a:solidFill>
                  <a:srgbClr val="04579B"/>
                </a:solidFill>
                <a:latin typeface="Franklin Gothic Medium"/>
                <a:ea typeface="Franklin Gothic Medium"/>
                <a:cs typeface="Franklin Gothic Medium"/>
              </a:defRPr>
            </a:lvl1pPr>
            <a:lvl2pPr algn="l">
              <a:defRPr sz="2100" b="1">
                <a:solidFill>
                  <a:srgbClr val="04579B"/>
                </a:solidFill>
                <a:latin typeface="Franklin Gothic Medium"/>
                <a:ea typeface="Franklin Gothic Medium"/>
                <a:cs typeface="Franklin Gothic Medium"/>
              </a:defRPr>
            </a:lvl2pPr>
            <a:lvl3pPr algn="l">
              <a:defRPr sz="2100" b="1">
                <a:solidFill>
                  <a:srgbClr val="04579B"/>
                </a:solidFill>
                <a:latin typeface="Franklin Gothic Medium"/>
                <a:ea typeface="Franklin Gothic Medium"/>
                <a:cs typeface="Franklin Gothic Medium"/>
              </a:defRPr>
            </a:lvl3pPr>
            <a:lvl4pPr algn="l">
              <a:defRPr sz="2100" b="1">
                <a:solidFill>
                  <a:srgbClr val="04579B"/>
                </a:solidFill>
                <a:latin typeface="Franklin Gothic Medium"/>
                <a:ea typeface="Franklin Gothic Medium"/>
                <a:cs typeface="Franklin Gothic Medium"/>
              </a:defRPr>
            </a:lvl4pPr>
            <a:lvl5pPr algn="l">
              <a:defRPr sz="2100" b="1">
                <a:solidFill>
                  <a:srgbClr val="04579B"/>
                </a:solidFill>
                <a:latin typeface="Franklin Gothic Medium"/>
                <a:ea typeface="Franklin Gothic Medium"/>
                <a:cs typeface="Franklin Gothic Medium"/>
              </a:defRPr>
            </a:lvl5pPr>
            <a:lvl6pPr algn="l">
              <a:defRPr sz="2100" b="1">
                <a:solidFill>
                  <a:srgbClr val="04579B"/>
                </a:solidFill>
                <a:latin typeface="Franklin Gothic Medium"/>
                <a:ea typeface="Franklin Gothic Medium"/>
                <a:cs typeface="Franklin Gothic Medium"/>
              </a:defRPr>
            </a:lvl6pPr>
            <a:lvl7pPr algn="l">
              <a:defRPr sz="2100" b="1">
                <a:solidFill>
                  <a:srgbClr val="04579B"/>
                </a:solidFill>
                <a:latin typeface="Franklin Gothic Medium"/>
                <a:ea typeface="Franklin Gothic Medium"/>
                <a:cs typeface="Franklin Gothic Medium"/>
              </a:defRPr>
            </a:lvl7pPr>
            <a:lvl8pPr algn="l">
              <a:defRPr sz="2100" b="1">
                <a:solidFill>
                  <a:srgbClr val="04579B"/>
                </a:solidFill>
                <a:latin typeface="Franklin Gothic Medium"/>
                <a:ea typeface="Franklin Gothic Medium"/>
                <a:cs typeface="Franklin Gothic Medium"/>
              </a:defRPr>
            </a:lvl8pPr>
            <a:lvl9pPr algn="l">
              <a:defRPr sz="2100" b="1">
                <a:solidFill>
                  <a:srgbClr val="04579B"/>
                </a:solidFill>
                <a:latin typeface="Franklin Gothic Medium"/>
                <a:ea typeface="Franklin Gothic Medium"/>
                <a:cs typeface="Franklin Gothic Medium"/>
              </a:defRPr>
            </a:lvl9pPr>
          </a:lstStyle>
          <a:p>
            <a:pPr algn="l">
              <a:defRPr sz="2100" b="1">
                <a:solidFill>
                  <a:srgbClr val="04579B"/>
                </a:solidFill>
                <a:latin typeface="Franklin Gothic Medium"/>
                <a:ea typeface="Franklin Gothic Medium"/>
                <a:cs typeface="Franklin Gothic Medium"/>
              </a:defRPr>
            </a:pPr>
            <a:r>
              <a:rPr sz="2100" b="1">
                <a:solidFill>
                  <a:srgbClr val="04579B"/>
                </a:solidFill>
                <a:latin typeface="Franklin Gothic Medium"/>
                <a:ea typeface="Franklin Gothic Medium"/>
                <a:cs typeface="Franklin Gothic Medium"/>
              </a:rPr>
              <a:t>Computer science</a:t>
            </a:r>
            <a:endParaRPr/>
          </a:p>
        </p:txBody>
      </p:sp>
      <p:sp>
        <p:nvSpPr>
          <p:cNvPr id="615527964" name="Master’s thesis at ULB"/>
          <p:cNvSpPr>
            <a:spLocks noGrp="1"/>
          </p:cNvSpPr>
          <p:nvPr/>
        </p:nvSpPr>
        <p:spPr bwMode="auto">
          <a:xfrm>
            <a:off x="762000" y="2733675"/>
            <a:ext cx="4619625" cy="400050"/>
          </a:xfrm>
          <a:prstGeom prst="rect">
            <a:avLst/>
          </a:prstGeom>
          <a:noFill/>
          <a:ln w="0">
            <a:noFill/>
          </a:ln>
        </p:spPr>
        <p:txBody>
          <a:bodyPr lIns="0" tIns="0" rIns="0" bIns="0" anchor="t">
            <a:noAutofit/>
          </a:bodyPr>
          <a:lstStyle>
            <a:defPPr algn="l">
              <a:defRPr sz="1650" b="0">
                <a:solidFill>
                  <a:srgbClr val="000000"/>
                </a:solidFill>
                <a:latin typeface="Franklin Gothic Book"/>
                <a:ea typeface="Franklin Gothic Book"/>
                <a:cs typeface="Franklin Gothic Book"/>
              </a:defRPr>
            </a:defPPr>
            <a:lvl1pPr algn="l">
              <a:defRPr sz="1650" b="0">
                <a:solidFill>
                  <a:srgbClr val="000000"/>
                </a:solidFill>
                <a:latin typeface="Franklin Gothic Book"/>
                <a:ea typeface="Franklin Gothic Book"/>
                <a:cs typeface="Franklin Gothic Book"/>
              </a:defRPr>
            </a:lvl1pPr>
            <a:lvl2pPr algn="l">
              <a:defRPr sz="1650" b="0">
                <a:solidFill>
                  <a:srgbClr val="000000"/>
                </a:solidFill>
                <a:latin typeface="Franklin Gothic Book"/>
                <a:ea typeface="Franklin Gothic Book"/>
                <a:cs typeface="Franklin Gothic Book"/>
              </a:defRPr>
            </a:lvl2pPr>
            <a:lvl3pPr algn="l">
              <a:defRPr sz="1650" b="0">
                <a:solidFill>
                  <a:srgbClr val="000000"/>
                </a:solidFill>
                <a:latin typeface="Franklin Gothic Book"/>
                <a:ea typeface="Franklin Gothic Book"/>
                <a:cs typeface="Franklin Gothic Book"/>
              </a:defRPr>
            </a:lvl3pPr>
            <a:lvl4pPr algn="l">
              <a:defRPr sz="1650" b="0">
                <a:solidFill>
                  <a:srgbClr val="000000"/>
                </a:solidFill>
                <a:latin typeface="Franklin Gothic Book"/>
                <a:ea typeface="Franklin Gothic Book"/>
                <a:cs typeface="Franklin Gothic Book"/>
              </a:defRPr>
            </a:lvl4pPr>
            <a:lvl5pPr algn="l">
              <a:defRPr sz="1650" b="0">
                <a:solidFill>
                  <a:srgbClr val="000000"/>
                </a:solidFill>
                <a:latin typeface="Franklin Gothic Book"/>
                <a:ea typeface="Franklin Gothic Book"/>
                <a:cs typeface="Franklin Gothic Book"/>
              </a:defRPr>
            </a:lvl5pPr>
            <a:lvl6pPr algn="l">
              <a:defRPr sz="1650" b="0">
                <a:solidFill>
                  <a:srgbClr val="000000"/>
                </a:solidFill>
                <a:latin typeface="Franklin Gothic Book"/>
                <a:ea typeface="Franklin Gothic Book"/>
                <a:cs typeface="Franklin Gothic Book"/>
              </a:defRPr>
            </a:lvl6pPr>
            <a:lvl7pPr algn="l">
              <a:defRPr sz="1650" b="0">
                <a:solidFill>
                  <a:srgbClr val="000000"/>
                </a:solidFill>
                <a:latin typeface="Franklin Gothic Book"/>
                <a:ea typeface="Franklin Gothic Book"/>
                <a:cs typeface="Franklin Gothic Book"/>
              </a:defRPr>
            </a:lvl7pPr>
            <a:lvl8pPr algn="l">
              <a:defRPr sz="1650" b="0">
                <a:solidFill>
                  <a:srgbClr val="000000"/>
                </a:solidFill>
                <a:latin typeface="Franklin Gothic Book"/>
                <a:ea typeface="Franklin Gothic Book"/>
                <a:cs typeface="Franklin Gothic Book"/>
              </a:defRPr>
            </a:lvl8pPr>
            <a:lvl9pPr algn="l">
              <a:defRPr sz="1650" b="0">
                <a:solidFill>
                  <a:srgbClr val="000000"/>
                </a:solidFill>
                <a:latin typeface="Franklin Gothic Book"/>
                <a:ea typeface="Franklin Gothic Book"/>
                <a:cs typeface="Franklin Gothic Book"/>
              </a:defRPr>
            </a:lvl9pPr>
          </a:lstStyle>
          <a:p>
            <a:pPr algn="l">
              <a:defRPr sz="1650" b="0">
                <a:solidFill>
                  <a:srgbClr val="000000"/>
                </a:solidFill>
                <a:latin typeface="Franklin Gothic Book"/>
                <a:ea typeface="Franklin Gothic Book"/>
                <a:cs typeface="Franklin Gothic Book"/>
              </a:defRPr>
            </a:pPr>
            <a:r>
              <a:rPr sz="1650" b="0">
                <a:solidFill>
                  <a:srgbClr val="000000"/>
                </a:solidFill>
                <a:latin typeface="Franklin Gothic Book"/>
                <a:ea typeface="Franklin Gothic Book"/>
                <a:cs typeface="Franklin Gothic Book"/>
              </a:rPr>
              <a:t>Master’s </a:t>
            </a:r>
            <a:r>
              <a:rPr sz="1800" b="0">
                <a:solidFill>
                  <a:srgbClr val="000000"/>
                </a:solidFill>
                <a:latin typeface="Franklin Gothic Book"/>
                <a:ea typeface="Franklin Gothic Book"/>
                <a:cs typeface="Franklin Gothic Book"/>
              </a:rPr>
              <a:t>thesis </a:t>
            </a:r>
            <a:r>
              <a:rPr sz="1650" b="0">
                <a:solidFill>
                  <a:srgbClr val="000000"/>
                </a:solidFill>
                <a:latin typeface="Franklin Gothic Book"/>
                <a:ea typeface="Franklin Gothic Book"/>
                <a:cs typeface="Franklin Gothic Book"/>
              </a:rPr>
              <a:t>at ULB</a:t>
            </a:r>
            <a:endParaRPr/>
          </a:p>
        </p:txBody>
      </p:sp>
      <p:sp>
        <p:nvSpPr>
          <p:cNvPr id="1928109794" name="Cybersecurity"/>
          <p:cNvSpPr>
            <a:spLocks noGrp="1"/>
          </p:cNvSpPr>
          <p:nvPr/>
        </p:nvSpPr>
        <p:spPr bwMode="auto">
          <a:xfrm>
            <a:off x="6524624" y="4190999"/>
            <a:ext cx="4619625" cy="428625"/>
          </a:xfrm>
          <a:prstGeom prst="rect">
            <a:avLst/>
          </a:prstGeom>
          <a:noFill/>
          <a:ln w="0">
            <a:noFill/>
          </a:ln>
        </p:spPr>
        <p:txBody>
          <a:bodyPr lIns="0" tIns="0" rIns="0" bIns="0" anchor="t">
            <a:noAutofit/>
          </a:bodyPr>
          <a:lstStyle>
            <a:defPPr algn="l">
              <a:defRPr sz="2100" b="1">
                <a:solidFill>
                  <a:srgbClr val="04579B"/>
                </a:solidFill>
                <a:latin typeface="Franklin Gothic Medium"/>
                <a:ea typeface="Franklin Gothic Medium"/>
                <a:cs typeface="Franklin Gothic Medium"/>
              </a:defRPr>
            </a:defPPr>
            <a:lvl1pPr algn="l">
              <a:defRPr sz="2100" b="1">
                <a:solidFill>
                  <a:srgbClr val="04579B"/>
                </a:solidFill>
                <a:latin typeface="Franklin Gothic Medium"/>
                <a:ea typeface="Franklin Gothic Medium"/>
                <a:cs typeface="Franklin Gothic Medium"/>
              </a:defRPr>
            </a:lvl1pPr>
            <a:lvl2pPr algn="l">
              <a:defRPr sz="2100" b="1">
                <a:solidFill>
                  <a:srgbClr val="04579B"/>
                </a:solidFill>
                <a:latin typeface="Franklin Gothic Medium"/>
                <a:ea typeface="Franklin Gothic Medium"/>
                <a:cs typeface="Franklin Gothic Medium"/>
              </a:defRPr>
            </a:lvl2pPr>
            <a:lvl3pPr algn="l">
              <a:defRPr sz="2100" b="1">
                <a:solidFill>
                  <a:srgbClr val="04579B"/>
                </a:solidFill>
                <a:latin typeface="Franklin Gothic Medium"/>
                <a:ea typeface="Franklin Gothic Medium"/>
                <a:cs typeface="Franklin Gothic Medium"/>
              </a:defRPr>
            </a:lvl3pPr>
            <a:lvl4pPr algn="l">
              <a:defRPr sz="2100" b="1">
                <a:solidFill>
                  <a:srgbClr val="04579B"/>
                </a:solidFill>
                <a:latin typeface="Franklin Gothic Medium"/>
                <a:ea typeface="Franklin Gothic Medium"/>
                <a:cs typeface="Franklin Gothic Medium"/>
              </a:defRPr>
            </a:lvl4pPr>
            <a:lvl5pPr algn="l">
              <a:defRPr sz="2100" b="1">
                <a:solidFill>
                  <a:srgbClr val="04579B"/>
                </a:solidFill>
                <a:latin typeface="Franklin Gothic Medium"/>
                <a:ea typeface="Franklin Gothic Medium"/>
                <a:cs typeface="Franklin Gothic Medium"/>
              </a:defRPr>
            </a:lvl5pPr>
            <a:lvl6pPr algn="l">
              <a:defRPr sz="2100" b="1">
                <a:solidFill>
                  <a:srgbClr val="04579B"/>
                </a:solidFill>
                <a:latin typeface="Franklin Gothic Medium"/>
                <a:ea typeface="Franklin Gothic Medium"/>
                <a:cs typeface="Franklin Gothic Medium"/>
              </a:defRPr>
            </a:lvl6pPr>
            <a:lvl7pPr algn="l">
              <a:defRPr sz="2100" b="1">
                <a:solidFill>
                  <a:srgbClr val="04579B"/>
                </a:solidFill>
                <a:latin typeface="Franklin Gothic Medium"/>
                <a:ea typeface="Franklin Gothic Medium"/>
                <a:cs typeface="Franklin Gothic Medium"/>
              </a:defRPr>
            </a:lvl7pPr>
            <a:lvl8pPr algn="l">
              <a:defRPr sz="2100" b="1">
                <a:solidFill>
                  <a:srgbClr val="04579B"/>
                </a:solidFill>
                <a:latin typeface="Franklin Gothic Medium"/>
                <a:ea typeface="Franklin Gothic Medium"/>
                <a:cs typeface="Franklin Gothic Medium"/>
              </a:defRPr>
            </a:lvl8pPr>
            <a:lvl9pPr algn="l">
              <a:defRPr sz="2100" b="1">
                <a:solidFill>
                  <a:srgbClr val="04579B"/>
                </a:solidFill>
                <a:latin typeface="Franklin Gothic Medium"/>
                <a:ea typeface="Franklin Gothic Medium"/>
                <a:cs typeface="Franklin Gothic Medium"/>
              </a:defRPr>
            </a:lvl9pPr>
          </a:lstStyle>
          <a:p>
            <a:pPr algn="l">
              <a:defRPr sz="2100" b="1">
                <a:solidFill>
                  <a:srgbClr val="04579B"/>
                </a:solidFill>
                <a:latin typeface="Franklin Gothic Medium"/>
                <a:ea typeface="Franklin Gothic Medium"/>
                <a:cs typeface="Franklin Gothic Medium"/>
              </a:defRPr>
            </a:pPr>
            <a:r>
              <a:rPr sz="2100" b="1">
                <a:solidFill>
                  <a:srgbClr val="04579B"/>
                </a:solidFill>
                <a:latin typeface="Franklin Gothic Medium"/>
                <a:ea typeface="Franklin Gothic Medium"/>
                <a:cs typeface="Franklin Gothic Medium"/>
              </a:rPr>
              <a:t>Cybersecurity</a:t>
            </a:r>
            <a:endParaRPr/>
          </a:p>
        </p:txBody>
      </p:sp>
      <p:sp>
        <p:nvSpPr>
          <p:cNvPr id="1440948939" name="Current master’s at ULB"/>
          <p:cNvSpPr>
            <a:spLocks noGrp="1"/>
          </p:cNvSpPr>
          <p:nvPr/>
        </p:nvSpPr>
        <p:spPr bwMode="auto">
          <a:xfrm>
            <a:off x="6524624" y="4733924"/>
            <a:ext cx="4619625" cy="400050"/>
          </a:xfrm>
          <a:prstGeom prst="rect">
            <a:avLst/>
          </a:prstGeom>
          <a:noFill/>
          <a:ln w="0">
            <a:noFill/>
          </a:ln>
        </p:spPr>
        <p:txBody>
          <a:bodyPr lIns="0" tIns="0" rIns="0" bIns="0" anchor="t">
            <a:noAutofit/>
          </a:bodyPr>
          <a:lstStyle>
            <a:defPPr algn="l">
              <a:defRPr sz="1650" b="0">
                <a:solidFill>
                  <a:srgbClr val="000000"/>
                </a:solidFill>
                <a:latin typeface="Franklin Gothic Book"/>
                <a:ea typeface="Franklin Gothic Book"/>
                <a:cs typeface="Franklin Gothic Book"/>
              </a:defRPr>
            </a:defPPr>
            <a:lvl1pPr algn="l">
              <a:defRPr sz="1650" b="0">
                <a:solidFill>
                  <a:srgbClr val="000000"/>
                </a:solidFill>
                <a:latin typeface="Franklin Gothic Book"/>
                <a:ea typeface="Franklin Gothic Book"/>
                <a:cs typeface="Franklin Gothic Book"/>
              </a:defRPr>
            </a:lvl1pPr>
            <a:lvl2pPr algn="l">
              <a:defRPr sz="1650" b="0">
                <a:solidFill>
                  <a:srgbClr val="000000"/>
                </a:solidFill>
                <a:latin typeface="Franklin Gothic Book"/>
                <a:ea typeface="Franklin Gothic Book"/>
                <a:cs typeface="Franklin Gothic Book"/>
              </a:defRPr>
            </a:lvl2pPr>
            <a:lvl3pPr algn="l">
              <a:defRPr sz="1650" b="0">
                <a:solidFill>
                  <a:srgbClr val="000000"/>
                </a:solidFill>
                <a:latin typeface="Franklin Gothic Book"/>
                <a:ea typeface="Franklin Gothic Book"/>
                <a:cs typeface="Franklin Gothic Book"/>
              </a:defRPr>
            </a:lvl3pPr>
            <a:lvl4pPr algn="l">
              <a:defRPr sz="1650" b="0">
                <a:solidFill>
                  <a:srgbClr val="000000"/>
                </a:solidFill>
                <a:latin typeface="Franklin Gothic Book"/>
                <a:ea typeface="Franklin Gothic Book"/>
                <a:cs typeface="Franklin Gothic Book"/>
              </a:defRPr>
            </a:lvl4pPr>
            <a:lvl5pPr algn="l">
              <a:defRPr sz="1650" b="0">
                <a:solidFill>
                  <a:srgbClr val="000000"/>
                </a:solidFill>
                <a:latin typeface="Franklin Gothic Book"/>
                <a:ea typeface="Franklin Gothic Book"/>
                <a:cs typeface="Franklin Gothic Book"/>
              </a:defRPr>
            </a:lvl5pPr>
            <a:lvl6pPr algn="l">
              <a:defRPr sz="1650" b="0">
                <a:solidFill>
                  <a:srgbClr val="000000"/>
                </a:solidFill>
                <a:latin typeface="Franklin Gothic Book"/>
                <a:ea typeface="Franklin Gothic Book"/>
                <a:cs typeface="Franklin Gothic Book"/>
              </a:defRPr>
            </a:lvl6pPr>
            <a:lvl7pPr algn="l">
              <a:defRPr sz="1650" b="0">
                <a:solidFill>
                  <a:srgbClr val="000000"/>
                </a:solidFill>
                <a:latin typeface="Franklin Gothic Book"/>
                <a:ea typeface="Franklin Gothic Book"/>
                <a:cs typeface="Franklin Gothic Book"/>
              </a:defRPr>
            </a:lvl7pPr>
            <a:lvl8pPr algn="l">
              <a:defRPr sz="1650" b="0">
                <a:solidFill>
                  <a:srgbClr val="000000"/>
                </a:solidFill>
                <a:latin typeface="Franklin Gothic Book"/>
                <a:ea typeface="Franklin Gothic Book"/>
                <a:cs typeface="Franklin Gothic Book"/>
              </a:defRPr>
            </a:lvl8pPr>
            <a:lvl9pPr algn="l">
              <a:defRPr sz="1650" b="0">
                <a:solidFill>
                  <a:srgbClr val="000000"/>
                </a:solidFill>
                <a:latin typeface="Franklin Gothic Book"/>
                <a:ea typeface="Franklin Gothic Book"/>
                <a:cs typeface="Franklin Gothic Book"/>
              </a:defRPr>
            </a:lvl9pPr>
          </a:lstStyle>
          <a:p>
            <a:pPr algn="l">
              <a:defRPr sz="1650" b="0">
                <a:solidFill>
                  <a:srgbClr val="000000"/>
                </a:solidFill>
                <a:latin typeface="Franklin Gothic Book"/>
                <a:ea typeface="Franklin Gothic Book"/>
                <a:cs typeface="Franklin Gothic Book"/>
              </a:defRPr>
            </a:pPr>
            <a:r>
              <a:rPr sz="1650" b="0">
                <a:solidFill>
                  <a:srgbClr val="000000"/>
                </a:solidFill>
                <a:latin typeface="Franklin Gothic Book"/>
                <a:ea typeface="Franklin Gothic Book"/>
                <a:cs typeface="Franklin Gothic Book"/>
              </a:rPr>
              <a:t>Current </a:t>
            </a:r>
            <a:r>
              <a:rPr sz="1800" b="0">
                <a:solidFill>
                  <a:srgbClr val="000000"/>
                </a:solidFill>
                <a:latin typeface="Franklin Gothic Book"/>
                <a:ea typeface="Franklin Gothic Book"/>
                <a:cs typeface="Franklin Gothic Book"/>
              </a:rPr>
              <a:t>master</a:t>
            </a:r>
            <a:r>
              <a:rPr sz="1650" b="0">
                <a:solidFill>
                  <a:srgbClr val="000000"/>
                </a:solidFill>
                <a:latin typeface="Franklin Gothic Book"/>
                <a:ea typeface="Franklin Gothic Book"/>
                <a:cs typeface="Franklin Gothic Book"/>
              </a:rPr>
              <a:t>’s at ULB</a:t>
            </a:r>
            <a:endParaRPr/>
          </a:p>
        </p:txBody>
      </p:sp>
      <p:sp>
        <p:nvSpPr>
          <p:cNvPr id="156723489" name="Interests"/>
          <p:cNvSpPr>
            <a:spLocks noGrp="1"/>
          </p:cNvSpPr>
          <p:nvPr/>
        </p:nvSpPr>
        <p:spPr bwMode="auto">
          <a:xfrm>
            <a:off x="762000" y="4191000"/>
            <a:ext cx="10477500" cy="428625"/>
          </a:xfrm>
          <a:prstGeom prst="rect">
            <a:avLst/>
          </a:prstGeom>
          <a:noFill/>
          <a:ln w="0">
            <a:noFill/>
          </a:ln>
        </p:spPr>
        <p:txBody>
          <a:bodyPr lIns="0" tIns="0" rIns="0" bIns="0" anchor="t">
            <a:noAutofit/>
          </a:bodyPr>
          <a:lstStyle>
            <a:defPPr algn="l">
              <a:defRPr sz="2100" b="1">
                <a:solidFill>
                  <a:srgbClr val="04579B"/>
                </a:solidFill>
                <a:latin typeface="Franklin Gothic Medium"/>
                <a:ea typeface="Franklin Gothic Medium"/>
                <a:cs typeface="Franklin Gothic Medium"/>
              </a:defRPr>
            </a:defPPr>
            <a:lvl1pPr algn="l">
              <a:defRPr sz="2100" b="1">
                <a:solidFill>
                  <a:srgbClr val="04579B"/>
                </a:solidFill>
                <a:latin typeface="Franklin Gothic Medium"/>
                <a:ea typeface="Franklin Gothic Medium"/>
                <a:cs typeface="Franklin Gothic Medium"/>
              </a:defRPr>
            </a:lvl1pPr>
            <a:lvl2pPr algn="l">
              <a:defRPr sz="2100" b="1">
                <a:solidFill>
                  <a:srgbClr val="04579B"/>
                </a:solidFill>
                <a:latin typeface="Franklin Gothic Medium"/>
                <a:ea typeface="Franklin Gothic Medium"/>
                <a:cs typeface="Franklin Gothic Medium"/>
              </a:defRPr>
            </a:lvl2pPr>
            <a:lvl3pPr algn="l">
              <a:defRPr sz="2100" b="1">
                <a:solidFill>
                  <a:srgbClr val="04579B"/>
                </a:solidFill>
                <a:latin typeface="Franklin Gothic Medium"/>
                <a:ea typeface="Franklin Gothic Medium"/>
                <a:cs typeface="Franklin Gothic Medium"/>
              </a:defRPr>
            </a:lvl3pPr>
            <a:lvl4pPr algn="l">
              <a:defRPr sz="2100" b="1">
                <a:solidFill>
                  <a:srgbClr val="04579B"/>
                </a:solidFill>
                <a:latin typeface="Franklin Gothic Medium"/>
                <a:ea typeface="Franklin Gothic Medium"/>
                <a:cs typeface="Franklin Gothic Medium"/>
              </a:defRPr>
            </a:lvl4pPr>
            <a:lvl5pPr algn="l">
              <a:defRPr sz="2100" b="1">
                <a:solidFill>
                  <a:srgbClr val="04579B"/>
                </a:solidFill>
                <a:latin typeface="Franklin Gothic Medium"/>
                <a:ea typeface="Franklin Gothic Medium"/>
                <a:cs typeface="Franklin Gothic Medium"/>
              </a:defRPr>
            </a:lvl5pPr>
            <a:lvl6pPr algn="l">
              <a:defRPr sz="2100" b="1">
                <a:solidFill>
                  <a:srgbClr val="04579B"/>
                </a:solidFill>
                <a:latin typeface="Franklin Gothic Medium"/>
                <a:ea typeface="Franklin Gothic Medium"/>
                <a:cs typeface="Franklin Gothic Medium"/>
              </a:defRPr>
            </a:lvl6pPr>
            <a:lvl7pPr algn="l">
              <a:defRPr sz="2100" b="1">
                <a:solidFill>
                  <a:srgbClr val="04579B"/>
                </a:solidFill>
                <a:latin typeface="Franklin Gothic Medium"/>
                <a:ea typeface="Franklin Gothic Medium"/>
                <a:cs typeface="Franklin Gothic Medium"/>
              </a:defRPr>
            </a:lvl7pPr>
            <a:lvl8pPr algn="l">
              <a:defRPr sz="2100" b="1">
                <a:solidFill>
                  <a:srgbClr val="04579B"/>
                </a:solidFill>
                <a:latin typeface="Franklin Gothic Medium"/>
                <a:ea typeface="Franklin Gothic Medium"/>
                <a:cs typeface="Franklin Gothic Medium"/>
              </a:defRPr>
            </a:lvl8pPr>
            <a:lvl9pPr algn="l">
              <a:defRPr sz="2100" b="1">
                <a:solidFill>
                  <a:srgbClr val="04579B"/>
                </a:solidFill>
                <a:latin typeface="Franklin Gothic Medium"/>
                <a:ea typeface="Franklin Gothic Medium"/>
                <a:cs typeface="Franklin Gothic Medium"/>
              </a:defRPr>
            </a:lvl9pPr>
          </a:lstStyle>
          <a:p>
            <a:pPr algn="l">
              <a:defRPr sz="2100" b="1">
                <a:solidFill>
                  <a:srgbClr val="04579B"/>
                </a:solidFill>
                <a:latin typeface="Franklin Gothic Medium"/>
                <a:ea typeface="Franklin Gothic Medium"/>
                <a:cs typeface="Franklin Gothic Medium"/>
              </a:defRPr>
            </a:pPr>
            <a:r>
              <a:rPr sz="2100" b="1">
                <a:solidFill>
                  <a:srgbClr val="04579B"/>
                </a:solidFill>
                <a:latin typeface="Franklin Gothic Medium"/>
                <a:ea typeface="Franklin Gothic Medium"/>
                <a:cs typeface="Franklin Gothic Medium"/>
              </a:rPr>
              <a:t>Interests</a:t>
            </a:r>
            <a:endParaRPr/>
          </a:p>
        </p:txBody>
      </p:sp>
      <p:sp>
        <p:nvSpPr>
          <p:cNvPr id="1432696308" name="Software, embedded systems, AI"/>
          <p:cNvSpPr>
            <a:spLocks noGrp="1"/>
          </p:cNvSpPr>
          <p:nvPr/>
        </p:nvSpPr>
        <p:spPr bwMode="auto">
          <a:xfrm flipH="0" flipV="0">
            <a:off x="761999" y="4733924"/>
            <a:ext cx="4280343" cy="428625"/>
          </a:xfrm>
          <a:prstGeom prst="rect">
            <a:avLst/>
          </a:prstGeom>
          <a:noFill/>
          <a:ln w="0">
            <a:noFill/>
          </a:ln>
        </p:spPr>
        <p:txBody>
          <a:bodyPr lIns="0" tIns="0" rIns="0" bIns="0" anchor="t">
            <a:noAutofit/>
          </a:bodyPr>
          <a:lstStyle>
            <a:defPPr algn="l">
              <a:defRPr sz="1800" b="0">
                <a:solidFill>
                  <a:srgbClr val="000000"/>
                </a:solidFill>
                <a:latin typeface="Franklin Gothic Book"/>
                <a:ea typeface="Franklin Gothic Book"/>
                <a:cs typeface="Franklin Gothic Book"/>
              </a:defRPr>
            </a:defPPr>
            <a:lvl1pPr algn="l">
              <a:defRPr sz="1800" b="0">
                <a:solidFill>
                  <a:srgbClr val="000000"/>
                </a:solidFill>
                <a:latin typeface="Franklin Gothic Book"/>
                <a:ea typeface="Franklin Gothic Book"/>
                <a:cs typeface="Franklin Gothic Book"/>
              </a:defRPr>
            </a:lvl1pPr>
            <a:lvl2pPr algn="l">
              <a:defRPr sz="1800" b="0">
                <a:solidFill>
                  <a:srgbClr val="000000"/>
                </a:solidFill>
                <a:latin typeface="Franklin Gothic Book"/>
                <a:ea typeface="Franklin Gothic Book"/>
                <a:cs typeface="Franklin Gothic Book"/>
              </a:defRPr>
            </a:lvl2pPr>
            <a:lvl3pPr algn="l">
              <a:defRPr sz="1800" b="0">
                <a:solidFill>
                  <a:srgbClr val="000000"/>
                </a:solidFill>
                <a:latin typeface="Franklin Gothic Book"/>
                <a:ea typeface="Franklin Gothic Book"/>
                <a:cs typeface="Franklin Gothic Book"/>
              </a:defRPr>
            </a:lvl3pPr>
            <a:lvl4pPr algn="l">
              <a:defRPr sz="1800" b="0">
                <a:solidFill>
                  <a:srgbClr val="000000"/>
                </a:solidFill>
                <a:latin typeface="Franklin Gothic Book"/>
                <a:ea typeface="Franklin Gothic Book"/>
                <a:cs typeface="Franklin Gothic Book"/>
              </a:defRPr>
            </a:lvl4pPr>
            <a:lvl5pPr algn="l">
              <a:defRPr sz="1800" b="0">
                <a:solidFill>
                  <a:srgbClr val="000000"/>
                </a:solidFill>
                <a:latin typeface="Franklin Gothic Book"/>
                <a:ea typeface="Franklin Gothic Book"/>
                <a:cs typeface="Franklin Gothic Book"/>
              </a:defRPr>
            </a:lvl5pPr>
            <a:lvl6pPr algn="l">
              <a:defRPr sz="1800" b="0">
                <a:solidFill>
                  <a:srgbClr val="000000"/>
                </a:solidFill>
                <a:latin typeface="Franklin Gothic Book"/>
                <a:ea typeface="Franklin Gothic Book"/>
                <a:cs typeface="Franklin Gothic Book"/>
              </a:defRPr>
            </a:lvl6pPr>
            <a:lvl7pPr algn="l">
              <a:defRPr sz="1800" b="0">
                <a:solidFill>
                  <a:srgbClr val="000000"/>
                </a:solidFill>
                <a:latin typeface="Franklin Gothic Book"/>
                <a:ea typeface="Franklin Gothic Book"/>
                <a:cs typeface="Franklin Gothic Book"/>
              </a:defRPr>
            </a:lvl7pPr>
            <a:lvl8pPr algn="l">
              <a:defRPr sz="1800" b="0">
                <a:solidFill>
                  <a:srgbClr val="000000"/>
                </a:solidFill>
                <a:latin typeface="Franklin Gothic Book"/>
                <a:ea typeface="Franklin Gothic Book"/>
                <a:cs typeface="Franklin Gothic Book"/>
              </a:defRPr>
            </a:lvl8pPr>
            <a:lvl9pPr algn="l">
              <a:defRPr sz="1800" b="0">
                <a:solidFill>
                  <a:srgbClr val="000000"/>
                </a:solidFill>
                <a:latin typeface="Franklin Gothic Book"/>
                <a:ea typeface="Franklin Gothic Book"/>
                <a:cs typeface="Franklin Gothic Book"/>
              </a:defRPr>
            </a:lvl9pPr>
          </a:lstStyle>
          <a:p>
            <a:pPr algn="l">
              <a:defRPr sz="1800" b="0">
                <a:solidFill>
                  <a:srgbClr val="000000"/>
                </a:solidFill>
                <a:latin typeface="Franklin Gothic Book"/>
                <a:ea typeface="Franklin Gothic Book"/>
                <a:cs typeface="Franklin Gothic Book"/>
              </a:defRPr>
            </a:pPr>
            <a:r>
              <a:rPr sz="1800" b="0">
                <a:solidFill>
                  <a:srgbClr val="000000"/>
                </a:solidFill>
                <a:latin typeface="Franklin Gothic Book"/>
                <a:ea typeface="Franklin Gothic Book"/>
                <a:cs typeface="Franklin Gothic Book"/>
              </a:rPr>
              <a:t>Software, embedded systems, AI</a:t>
            </a:r>
            <a:endParaRPr/>
          </a:p>
        </p:txBody>
      </p:sp>
      <p:sp>
        <p:nvSpPr>
          <p:cNvPr id="296568827" name="2"/>
          <p:cNvSpPr>
            <a:spLocks noGrp="1"/>
          </p:cNvSpPr>
          <p:nvPr/>
        </p:nvSpPr>
        <p:spPr bwMode="auto">
          <a:xfrm>
            <a:off x="9496425" y="6353175"/>
            <a:ext cx="2133600" cy="361950"/>
          </a:xfrm>
          <a:prstGeom prst="rect">
            <a:avLst/>
          </a:prstGeom>
          <a:noFill/>
          <a:ln w="0">
            <a:noFill/>
          </a:ln>
        </p:spPr>
        <p:txBody>
          <a:bodyPr lIns="0" tIns="0" rIns="0" bIns="0" anchor="t">
            <a:noAutofit/>
          </a:bodyPr>
          <a:lstStyle>
            <a:defPPr algn="r">
              <a:defRPr sz="1200" b="0">
                <a:solidFill>
                  <a:srgbClr val="8B8B8B"/>
                </a:solidFill>
                <a:latin typeface="Franklin Gothic Book"/>
                <a:ea typeface="Franklin Gothic Book"/>
                <a:cs typeface="Franklin Gothic Book"/>
              </a:defRPr>
            </a:defPPr>
            <a:lvl1pPr algn="r">
              <a:defRPr sz="1200" b="0">
                <a:solidFill>
                  <a:srgbClr val="8B8B8B"/>
                </a:solidFill>
                <a:latin typeface="Franklin Gothic Book"/>
                <a:ea typeface="Franklin Gothic Book"/>
                <a:cs typeface="Franklin Gothic Book"/>
              </a:defRPr>
            </a:lvl1pPr>
            <a:lvl2pPr algn="r">
              <a:defRPr sz="1200" b="0">
                <a:solidFill>
                  <a:srgbClr val="8B8B8B"/>
                </a:solidFill>
                <a:latin typeface="Franklin Gothic Book"/>
                <a:ea typeface="Franklin Gothic Book"/>
                <a:cs typeface="Franklin Gothic Book"/>
              </a:defRPr>
            </a:lvl2pPr>
            <a:lvl3pPr algn="r">
              <a:defRPr sz="1200" b="0">
                <a:solidFill>
                  <a:srgbClr val="8B8B8B"/>
                </a:solidFill>
                <a:latin typeface="Franklin Gothic Book"/>
                <a:ea typeface="Franklin Gothic Book"/>
                <a:cs typeface="Franklin Gothic Book"/>
              </a:defRPr>
            </a:lvl3pPr>
            <a:lvl4pPr algn="r">
              <a:defRPr sz="1200" b="0">
                <a:solidFill>
                  <a:srgbClr val="8B8B8B"/>
                </a:solidFill>
                <a:latin typeface="Franklin Gothic Book"/>
                <a:ea typeface="Franklin Gothic Book"/>
                <a:cs typeface="Franklin Gothic Book"/>
              </a:defRPr>
            </a:lvl4pPr>
            <a:lvl5pPr algn="r">
              <a:defRPr sz="1200" b="0">
                <a:solidFill>
                  <a:srgbClr val="8B8B8B"/>
                </a:solidFill>
                <a:latin typeface="Franklin Gothic Book"/>
                <a:ea typeface="Franklin Gothic Book"/>
                <a:cs typeface="Franklin Gothic Book"/>
              </a:defRPr>
            </a:lvl5pPr>
            <a:lvl6pPr algn="r">
              <a:defRPr sz="1200" b="0">
                <a:solidFill>
                  <a:srgbClr val="8B8B8B"/>
                </a:solidFill>
                <a:latin typeface="Franklin Gothic Book"/>
                <a:ea typeface="Franklin Gothic Book"/>
                <a:cs typeface="Franklin Gothic Book"/>
              </a:defRPr>
            </a:lvl6pPr>
            <a:lvl7pPr algn="r">
              <a:defRPr sz="1200" b="0">
                <a:solidFill>
                  <a:srgbClr val="8B8B8B"/>
                </a:solidFill>
                <a:latin typeface="Franklin Gothic Book"/>
                <a:ea typeface="Franklin Gothic Book"/>
                <a:cs typeface="Franklin Gothic Book"/>
              </a:defRPr>
            </a:lvl7pPr>
            <a:lvl8pPr algn="r">
              <a:defRPr sz="1200" b="0">
                <a:solidFill>
                  <a:srgbClr val="8B8B8B"/>
                </a:solidFill>
                <a:latin typeface="Franklin Gothic Book"/>
                <a:ea typeface="Franklin Gothic Book"/>
                <a:cs typeface="Franklin Gothic Book"/>
              </a:defRPr>
            </a:lvl8pPr>
            <a:lvl9pPr algn="r">
              <a:defRPr sz="1200" b="0">
                <a:solidFill>
                  <a:srgbClr val="8B8B8B"/>
                </a:solidFill>
                <a:latin typeface="Franklin Gothic Book"/>
                <a:ea typeface="Franklin Gothic Book"/>
                <a:cs typeface="Franklin Gothic Book"/>
              </a:defRPr>
            </a:lvl9pPr>
          </a:lstStyle>
          <a:p>
            <a:pPr algn="r">
              <a:defRPr sz="1200" b="0">
                <a:solidFill>
                  <a:srgbClr val="8B8B8B"/>
                </a:solidFill>
                <a:latin typeface="Franklin Gothic Book"/>
                <a:ea typeface="Franklin Gothic Book"/>
                <a:cs typeface="Franklin Gothic Book"/>
              </a:defRPr>
            </a:pPr>
            <a:r>
              <a:rPr sz="1200" b="0">
                <a:solidFill>
                  <a:srgbClr val="8B8B8B"/>
                </a:solidFill>
                <a:latin typeface="Franklin Gothic Book"/>
                <a:ea typeface="Franklin Gothic Book"/>
                <a:cs typeface="Franklin Gothic Book"/>
              </a:rPr>
              <a:t>2</a:t>
            </a:r>
            <a:endParaRPr/>
          </a:p>
        </p:txBody>
      </p:sp>
      <p:pic>
        <p:nvPicPr>
          <p:cNvPr id="1090620674" name="Picture 9"/>
          <p:cNvPicPr>
            <a:picLocks noChangeAspect="1"/>
          </p:cNvPicPr>
          <p:nvPr/>
        </p:nvPicPr>
        <p:blipFill rotWithShape="1">
          <a:blip r:embed="rId3"/>
          <a:srcRect l="1819" t="35069" r="18753" b="2081"/>
          <a:stretch/>
        </p:blipFill>
        <p:spPr bwMode="auto">
          <a:xfrm flipH="0" flipV="0">
            <a:off x="6162972" y="843152"/>
            <a:ext cx="2788516" cy="294190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18790373" name="TextBox 2"/>
          <p:cNvSpPr>
            <a:spLocks noGrp="1"/>
          </p:cNvSpPr>
          <p:nvPr/>
        </p:nvSpPr>
        <p:spPr bwMode="auto">
          <a:xfrm>
            <a:off x="566928" y="566928"/>
            <a:ext cx="11064317" cy="548640"/>
          </a:xfrm>
          <a:prstGeom prst="rect">
            <a:avLst/>
          </a:prstGeom>
          <a:noFill/>
        </p:spPr>
        <p:txBody>
          <a:bodyPr wrap="square" lIns="0" tIns="0" rIns="0" bIns="0" anchor="t">
            <a:spAutoFit/>
          </a:bodyPr>
          <a:lstStyle/>
          <a:p>
            <a:pPr algn="l">
              <a:lnSpc>
                <a:spcPct val="100000"/>
              </a:lnSpc>
              <a:spcBef>
                <a:spcPts val="0"/>
              </a:spcBef>
              <a:spcAft>
                <a:spcPts val="0"/>
              </a:spcAft>
              <a:buNone/>
              <a:defRPr/>
            </a:pPr>
            <a:r>
              <a:rPr sz="3600" b="1">
                <a:solidFill>
                  <a:srgbClr val="04579B"/>
                </a:solidFill>
                <a:latin typeface="Franklin Gothic Medium"/>
                <a:ea typeface="Franklin Gothic Medium"/>
                <a:cs typeface="Franklin Gothic Medium"/>
              </a:rPr>
              <a:t>What is a Digital Twin?</a:t>
            </a:r>
            <a:endParaRPr sz="3600">
              <a:latin typeface="Franklin Gothic Medium"/>
              <a:ea typeface="Franklin Gothic Medium"/>
              <a:cs typeface="Franklin Gothic Medium"/>
            </a:endParaRPr>
          </a:p>
        </p:txBody>
      </p:sp>
      <p:pic>
        <p:nvPicPr>
          <p:cNvPr id="415663864" name="Picture 6"/>
          <p:cNvPicPr>
            <a:picLocks noChangeAspect="1"/>
          </p:cNvPicPr>
          <p:nvPr/>
        </p:nvPicPr>
        <p:blipFill rotWithShape="1">
          <a:blip r:embed="rId3"/>
          <a:stretch/>
        </p:blipFill>
        <p:spPr bwMode="auto">
          <a:xfrm flipH="0" flipV="0">
            <a:off x="1059004" y="1527047"/>
            <a:ext cx="10187071" cy="3956503"/>
          </a:xfrm>
          <a:prstGeom prst="rect">
            <a:avLst/>
          </a:prstGeom>
        </p:spPr>
      </p:pic>
      <p:sp>
        <p:nvSpPr>
          <p:cNvPr id="97498288" name="Slide Number Placeholder 3"/>
          <p:cNvSpPr>
            <a:spLocks noGrp="1"/>
          </p:cNvSpPr>
          <p:nvPr>
            <p:ph type="sldNum" idx="12"/>
          </p:nvPr>
        </p:nvSpPr>
        <p:spPr bwMode="auto">
          <a:xfrm>
            <a:off x="9497644" y="6356349"/>
            <a:ext cx="2133599" cy="365124"/>
          </a:xfrm>
        </p:spPr>
        <p:txBody>
          <a:bodyPr/>
          <a:lstStyle>
            <a:defPPr>
              <a:defRPr>
                <a:latin typeface="Franklin Gothic Book"/>
                <a:ea typeface="Franklin Gothic Book"/>
                <a:cs typeface="Franklin Gothic Book"/>
              </a:defRPr>
            </a:defPPr>
            <a:lvl1pPr>
              <a:defRPr>
                <a:latin typeface="Franklin Gothic Book"/>
                <a:ea typeface="Franklin Gothic Book"/>
                <a:cs typeface="Franklin Gothic Book"/>
              </a:defRPr>
            </a:lvl1pPr>
            <a:lvl2pPr>
              <a:defRPr>
                <a:latin typeface="Franklin Gothic Book"/>
                <a:ea typeface="Franklin Gothic Book"/>
                <a:cs typeface="Franklin Gothic Book"/>
              </a:defRPr>
            </a:lvl2pPr>
            <a:lvl3pPr>
              <a:defRPr>
                <a:latin typeface="Franklin Gothic Book"/>
                <a:ea typeface="Franklin Gothic Book"/>
                <a:cs typeface="Franklin Gothic Book"/>
              </a:defRPr>
            </a:lvl3pPr>
            <a:lvl4pPr>
              <a:defRPr>
                <a:latin typeface="Franklin Gothic Book"/>
                <a:ea typeface="Franklin Gothic Book"/>
                <a:cs typeface="Franklin Gothic Book"/>
              </a:defRPr>
            </a:lvl4pPr>
            <a:lvl5pPr>
              <a:defRPr>
                <a:latin typeface="Franklin Gothic Book"/>
                <a:ea typeface="Franklin Gothic Book"/>
                <a:cs typeface="Franklin Gothic Book"/>
              </a:defRPr>
            </a:lvl5pPr>
            <a:lvl6pPr>
              <a:defRPr>
                <a:latin typeface="Franklin Gothic Book"/>
                <a:ea typeface="Franklin Gothic Book"/>
                <a:cs typeface="Franklin Gothic Book"/>
              </a:defRPr>
            </a:lvl6pPr>
            <a:lvl7pPr>
              <a:defRPr>
                <a:latin typeface="Franklin Gothic Book"/>
                <a:ea typeface="Franklin Gothic Book"/>
                <a:cs typeface="Franklin Gothic Book"/>
              </a:defRPr>
            </a:lvl7pPr>
            <a:lvl8pPr>
              <a:defRPr>
                <a:latin typeface="Franklin Gothic Book"/>
                <a:ea typeface="Franklin Gothic Book"/>
                <a:cs typeface="Franklin Gothic Book"/>
              </a:defRPr>
            </a:lvl8pPr>
            <a:lvl9pPr>
              <a:defRPr>
                <a:latin typeface="Franklin Gothic Book"/>
                <a:ea typeface="Franklin Gothic Book"/>
                <a:cs typeface="Franklin Gothic Book"/>
              </a:defRPr>
            </a:lvl9pPr>
          </a:lstStyle>
          <a:p>
            <a:pPr>
              <a:buNone/>
              <a:tabLst>
                <a:tab pos="11544299" algn="l"/>
              </a:tabLst>
              <a:defRPr/>
            </a:pPr>
            <a:fld id="{202359C0-8A7A-196E-DD58-8E6569619F09}" type="slidenum">
              <a:rPr>
                <a:latin typeface="Franklin Gothic Book"/>
                <a:ea typeface="Franklin Gothic Book"/>
                <a:cs typeface="Franklin Gothic Book"/>
              </a:rPr>
              <a:t>3</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59946656" name="TextBox 2"/>
          <p:cNvSpPr>
            <a:spLocks noGrp="1"/>
          </p:cNvSpPr>
          <p:nvPr/>
        </p:nvSpPr>
        <p:spPr bwMode="auto">
          <a:xfrm>
            <a:off x="566928" y="566928"/>
            <a:ext cx="11068998" cy="548640"/>
          </a:xfrm>
          <a:prstGeom prst="rect">
            <a:avLst/>
          </a:prstGeom>
          <a:noFill/>
        </p:spPr>
        <p:txBody>
          <a:bodyPr wrap="square" lIns="0" tIns="0" rIns="0" bIns="0" anchor="t">
            <a:spAutoFit/>
          </a:bodyPr>
          <a:lstStyle/>
          <a:p>
            <a:pPr algn="l">
              <a:lnSpc>
                <a:spcPct val="100000"/>
              </a:lnSpc>
              <a:spcBef>
                <a:spcPts val="0"/>
              </a:spcBef>
              <a:spcAft>
                <a:spcPts val="0"/>
              </a:spcAft>
              <a:buNone/>
              <a:defRPr/>
            </a:pPr>
            <a:r>
              <a:rPr sz="3600" b="1">
                <a:solidFill>
                  <a:srgbClr val="04579B"/>
                </a:solidFill>
                <a:latin typeface="Franklin Gothic Medium"/>
                <a:ea typeface="Franklin Gothic Medium"/>
                <a:cs typeface="Franklin Gothic Medium"/>
              </a:rPr>
              <a:t>The prototype</a:t>
            </a:r>
            <a:endParaRPr/>
          </a:p>
        </p:txBody>
      </p:sp>
      <p:pic>
        <p:nvPicPr>
          <p:cNvPr id="1400170745" name="Picture 6"/>
          <p:cNvPicPr>
            <a:picLocks noChangeAspect="1"/>
          </p:cNvPicPr>
          <p:nvPr/>
        </p:nvPicPr>
        <p:blipFill rotWithShape="1">
          <a:blip r:embed="rId3"/>
          <a:stretch/>
        </p:blipFill>
        <p:spPr bwMode="auto">
          <a:xfrm flipH="0" flipV="0">
            <a:off x="2498408" y="1213174"/>
            <a:ext cx="9649749" cy="5427983"/>
          </a:xfrm>
          <a:prstGeom prst="rect">
            <a:avLst/>
          </a:prstGeom>
        </p:spPr>
      </p:pic>
      <p:sp>
        <p:nvSpPr>
          <p:cNvPr id="331314045" name="TextBox 7"/>
          <p:cNvSpPr>
            <a:spLocks noGrp="1"/>
          </p:cNvSpPr>
          <p:nvPr/>
        </p:nvSpPr>
        <p:spPr bwMode="auto">
          <a:xfrm flipH="0" flipV="0">
            <a:off x="566926" y="1709926"/>
            <a:ext cx="2755819" cy="673967"/>
          </a:xfrm>
          <a:prstGeom prst="rect">
            <a:avLst/>
          </a:prstGeom>
          <a:noFill/>
        </p:spPr>
        <p:txBody>
          <a:bodyPr wrap="square" lIns="0" tIns="0" rIns="0" bIns="0" anchor="t">
            <a:spAutoFit/>
          </a:bodyPr>
          <a:lstStyle/>
          <a:p>
            <a:pPr algn="l">
              <a:lnSpc>
                <a:spcPct val="112000"/>
              </a:lnSpc>
              <a:spcBef>
                <a:spcPts val="0"/>
              </a:spcBef>
              <a:spcAft>
                <a:spcPts val="600"/>
              </a:spcAft>
              <a:buNone/>
              <a:defRPr/>
            </a:pPr>
            <a:r>
              <a:rPr sz="2000" b="1">
                <a:solidFill>
                  <a:srgbClr val="04579B"/>
                </a:solidFill>
                <a:latin typeface="Franklin Gothic Medium"/>
                <a:ea typeface="Franklin Gothic Medium"/>
                <a:cs typeface="Franklin Gothic Medium"/>
              </a:rPr>
              <a:t>The physical twin</a:t>
            </a:r>
            <a:endParaRPr/>
          </a:p>
          <a:p>
            <a:pPr algn="l">
              <a:lnSpc>
                <a:spcPct val="120000"/>
              </a:lnSpc>
              <a:spcBef>
                <a:spcPts val="0"/>
              </a:spcBef>
              <a:spcAft>
                <a:spcPts val="800"/>
              </a:spcAft>
              <a:buNone/>
              <a:defRPr/>
            </a:pPr>
            <a:r>
              <a:rPr sz="1400" b="0">
                <a:solidFill>
                  <a:schemeClr val="tx1"/>
                </a:solidFill>
                <a:latin typeface="Franklin Gothic Book"/>
                <a:ea typeface="Franklin Gothic Book"/>
                <a:cs typeface="Franklin Gothic Book"/>
              </a:rPr>
              <a:t>A basil plant in a controlled box.</a:t>
            </a:r>
            <a:endParaRPr sz="2200">
              <a:solidFill>
                <a:schemeClr val="tx1"/>
              </a:solidFill>
              <a:latin typeface="Franklin Gothic Book"/>
              <a:ea typeface="Franklin Gothic Book"/>
              <a:cs typeface="Franklin Gothic Book"/>
            </a:endParaRPr>
          </a:p>
        </p:txBody>
      </p:sp>
      <p:sp>
        <p:nvSpPr>
          <p:cNvPr id="89742539" name="TextBox 9"/>
          <p:cNvSpPr>
            <a:spLocks noGrp="1"/>
          </p:cNvSpPr>
          <p:nvPr/>
        </p:nvSpPr>
        <p:spPr bwMode="auto">
          <a:xfrm flipH="0" flipV="0">
            <a:off x="566926" y="4901184"/>
            <a:ext cx="2468376" cy="1135130"/>
          </a:xfrm>
          <a:prstGeom prst="rect">
            <a:avLst/>
          </a:prstGeom>
          <a:noFill/>
        </p:spPr>
        <p:txBody>
          <a:bodyPr wrap="square" lIns="0" tIns="0" rIns="0" bIns="0" anchor="t">
            <a:spAutoFit/>
          </a:bodyPr>
          <a:lstStyle/>
          <a:p>
            <a:pPr algn="l">
              <a:lnSpc>
                <a:spcPct val="112000"/>
              </a:lnSpc>
              <a:spcBef>
                <a:spcPts val="0"/>
              </a:spcBef>
              <a:spcAft>
                <a:spcPts val="300"/>
              </a:spcAft>
              <a:buNone/>
              <a:defRPr/>
            </a:pPr>
            <a:r>
              <a:rPr sz="2000" b="1">
                <a:solidFill>
                  <a:srgbClr val="A2BF8A"/>
                </a:solidFill>
                <a:latin typeface="Franklin Gothic Medium"/>
                <a:ea typeface="Franklin Gothic Medium"/>
                <a:cs typeface="Franklin Gothic Medium"/>
              </a:rPr>
              <a:t>Why basil ?</a:t>
            </a:r>
            <a:endParaRPr/>
          </a:p>
          <a:p>
            <a:pPr algn="l">
              <a:lnSpc>
                <a:spcPct val="118000"/>
              </a:lnSpc>
              <a:spcBef>
                <a:spcPts val="0"/>
              </a:spcBef>
              <a:spcAft>
                <a:spcPts val="0"/>
              </a:spcAft>
              <a:buNone/>
              <a:defRPr/>
            </a:pPr>
            <a:r>
              <a:rPr sz="1400" b="0">
                <a:solidFill>
                  <a:schemeClr val="tx1"/>
                </a:solidFill>
                <a:latin typeface="Franklin Gothic Book"/>
                <a:ea typeface="Franklin Gothic Book"/>
                <a:cs typeface="Franklin Gothic Book"/>
              </a:rPr>
              <a:t>Indoor-friendly and shows measurable responses to light and temperature within weeks.</a:t>
            </a:r>
            <a:endParaRPr/>
          </a:p>
        </p:txBody>
      </p:sp>
      <p:sp>
        <p:nvSpPr>
          <p:cNvPr id="321573223" name="Slide Number Placeholder 3"/>
          <p:cNvSpPr>
            <a:spLocks noGrp="1"/>
          </p:cNvSpPr>
          <p:nvPr>
            <p:ph type="sldNum" idx="12"/>
          </p:nvPr>
        </p:nvSpPr>
        <p:spPr bwMode="auto">
          <a:xfrm>
            <a:off x="9502325" y="6371191"/>
            <a:ext cx="2133599" cy="365124"/>
          </a:xfrm>
        </p:spPr>
        <p:txBody>
          <a:bodyPr/>
          <a:lstStyle>
            <a:defPPr>
              <a:defRPr>
                <a:latin typeface="Franklin Gothic Book"/>
                <a:ea typeface="Franklin Gothic Book"/>
                <a:cs typeface="Franklin Gothic Book"/>
              </a:defRPr>
            </a:defPPr>
            <a:lvl1pPr>
              <a:defRPr>
                <a:latin typeface="Franklin Gothic Book"/>
                <a:ea typeface="Franklin Gothic Book"/>
                <a:cs typeface="Franklin Gothic Book"/>
              </a:defRPr>
            </a:lvl1pPr>
            <a:lvl2pPr>
              <a:defRPr>
                <a:latin typeface="Franklin Gothic Book"/>
                <a:ea typeface="Franklin Gothic Book"/>
                <a:cs typeface="Franklin Gothic Book"/>
              </a:defRPr>
            </a:lvl2pPr>
            <a:lvl3pPr>
              <a:defRPr>
                <a:latin typeface="Franklin Gothic Book"/>
                <a:ea typeface="Franklin Gothic Book"/>
                <a:cs typeface="Franklin Gothic Book"/>
              </a:defRPr>
            </a:lvl3pPr>
            <a:lvl4pPr>
              <a:defRPr>
                <a:latin typeface="Franklin Gothic Book"/>
                <a:ea typeface="Franklin Gothic Book"/>
                <a:cs typeface="Franklin Gothic Book"/>
              </a:defRPr>
            </a:lvl4pPr>
            <a:lvl5pPr>
              <a:defRPr>
                <a:latin typeface="Franklin Gothic Book"/>
                <a:ea typeface="Franklin Gothic Book"/>
                <a:cs typeface="Franklin Gothic Book"/>
              </a:defRPr>
            </a:lvl5pPr>
            <a:lvl6pPr>
              <a:defRPr>
                <a:latin typeface="Franklin Gothic Book"/>
                <a:ea typeface="Franklin Gothic Book"/>
                <a:cs typeface="Franklin Gothic Book"/>
              </a:defRPr>
            </a:lvl6pPr>
            <a:lvl7pPr>
              <a:defRPr>
                <a:latin typeface="Franklin Gothic Book"/>
                <a:ea typeface="Franklin Gothic Book"/>
                <a:cs typeface="Franklin Gothic Book"/>
              </a:defRPr>
            </a:lvl7pPr>
            <a:lvl8pPr>
              <a:defRPr>
                <a:latin typeface="Franklin Gothic Book"/>
                <a:ea typeface="Franklin Gothic Book"/>
                <a:cs typeface="Franklin Gothic Book"/>
              </a:defRPr>
            </a:lvl8pPr>
            <a:lvl9pPr>
              <a:defRPr>
                <a:latin typeface="Franklin Gothic Book"/>
                <a:ea typeface="Franklin Gothic Book"/>
                <a:cs typeface="Franklin Gothic Book"/>
              </a:defRPr>
            </a:lvl9pPr>
          </a:lstStyle>
          <a:p>
            <a:pPr>
              <a:buNone/>
              <a:defRPr/>
            </a:pPr>
            <a:fld id="{EFD6AB9A-5F9E-5F59-51AB-3C8734130965}" type="slidenum">
              <a:rPr>
                <a:latin typeface="Franklin Gothic Book"/>
                <a:ea typeface="Franklin Gothic Book"/>
                <a:cs typeface="Franklin Gothic Book"/>
              </a:rPr>
              <a:t>4</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9364291" name="TextBox 2"/>
          <p:cNvSpPr txBox="1"/>
          <p:nvPr/>
        </p:nvSpPr>
        <p:spPr bwMode="auto">
          <a:xfrm>
            <a:off x="566928" y="566928"/>
            <a:ext cx="11065758" cy="548998"/>
          </a:xfrm>
          <a:prstGeom prst="rect">
            <a:avLst/>
          </a:prstGeom>
          <a:noFill/>
        </p:spPr>
        <p:txBody>
          <a:bodyPr wrap="square" lIns="0" tIns="0" rIns="0" bIns="0" anchor="t">
            <a:spAutoFit/>
          </a:bodyPr>
          <a:lstStyle/>
          <a:p>
            <a:pPr algn="l">
              <a:lnSpc>
                <a:spcPct val="100000"/>
              </a:lnSpc>
              <a:spcBef>
                <a:spcPts val="0"/>
              </a:spcBef>
              <a:spcAft>
                <a:spcPts val="0"/>
              </a:spcAft>
              <a:defRPr/>
            </a:pPr>
            <a:r>
              <a:rPr sz="3600" b="1">
                <a:solidFill>
                  <a:srgbClr val="04579B"/>
                </a:solidFill>
                <a:latin typeface="Franklin Gothic Medium"/>
                <a:ea typeface="Franklin Gothic Medium"/>
                <a:cs typeface="Franklin Gothic Medium"/>
              </a:rPr>
              <a:t>System Architecture</a:t>
            </a:r>
            <a:endParaRPr/>
          </a:p>
        </p:txBody>
      </p:sp>
      <p:pic>
        <p:nvPicPr>
          <p:cNvPr id="769290952" name="Picture 6" descr="architecture-diagram.png"/>
          <p:cNvPicPr>
            <a:picLocks noChangeAspect="1"/>
          </p:cNvPicPr>
          <p:nvPr/>
        </p:nvPicPr>
        <p:blipFill rotWithShape="1">
          <a:blip r:embed="rId3"/>
          <a:srcRect l="0" t="8705" r="0" b="0"/>
          <a:stretch/>
        </p:blipFill>
        <p:spPr bwMode="auto">
          <a:xfrm flipH="0" flipV="0">
            <a:off x="566926" y="1115924"/>
            <a:ext cx="11197434" cy="5668369"/>
          </a:xfrm>
          <a:prstGeom prst="rect">
            <a:avLst/>
          </a:prstGeom>
          <a:effectLst/>
        </p:spPr>
      </p:pic>
      <p:sp>
        <p:nvSpPr>
          <p:cNvPr id="1774996075" name="Slide Number Placeholder 3"/>
          <p:cNvSpPr>
            <a:spLocks noGrp="1"/>
          </p:cNvSpPr>
          <p:nvPr>
            <p:ph type="sldNum" sz="quarter" idx="12"/>
          </p:nvPr>
        </p:nvSpPr>
        <p:spPr bwMode="auto">
          <a:xfrm>
            <a:off x="9630761" y="6356349"/>
            <a:ext cx="2133598" cy="365123"/>
          </a:xfrm>
        </p:spPr>
        <p:txBody>
          <a:bodyPr/>
          <a:lstStyle/>
          <a:p>
            <a:pPr>
              <a:defRPr/>
            </a:pPr>
            <a:fld id="{3F844AF8-1C5E-320A-14A3-9C8A8DAC2596}" type="slidenum">
              <a:rPr lang="en-US"/>
              <a:t>5</a:t>
            </a:fld>
            <a:endParaRPr/>
          </a:p>
        </p:txBody>
      </p:sp>
      <p:graphicFrame>
        <p:nvGraphicFramePr>
          <p:cNvPr id="668167002" name=""/>
          <p:cNvGraphicFramePr>
            <a:graphicFrameLocks xmlns:a="http://schemas.openxmlformats.org/drawingml/2006/main"/>
          </p:cNvGraphicFramePr>
          <p:nvPr/>
        </p:nvGraphicFramePr>
        <p:xfrm rot="0">
          <a:off x="1588688" y="4467223"/>
          <a:ext cx="484599" cy="881473"/>
        </p:xfrm>
        <a:graphic>
          <a:graphicData uri="http://schemas.openxmlformats.org/drawingml/2006/table">
            <a:tbl>
              <a:tblPr firstRow="1" firstCol="0" lastRow="0" lastCol="0" bandRow="1" bandCol="0"/>
              <a:tblGrid>
                <a:gridCol w="484599"/>
              </a:tblGrid>
              <a:tr h="293825">
                <a:tc>
                  <a:txBody>
                    <a:bodyPr/>
                    <a:p>
                      <a:pPr>
                        <a:defRPr/>
                      </a:pPr>
                      <a:r>
                        <a:rPr sz="1000">
                          <a:latin typeface="Franklin Gothic Book"/>
                          <a:ea typeface="Franklin Gothic Book"/>
                          <a:cs typeface="Franklin Gothic Book"/>
                        </a:rPr>
                        <a:t>800</a:t>
                      </a:r>
                      <a:endParaRPr sz="1000">
                        <a:latin typeface="Franklin Gothic Book"/>
                        <a:cs typeface="Franklin Gothic Book"/>
                      </a:endParaRPr>
                    </a:p>
                  </a:txBody>
                  <a:tcPr>
                    <a:solidFill>
                      <a:schemeClr val="bg1"/>
                    </a:solidFill>
                  </a:tcPr>
                </a:tc>
              </a:tr>
              <a:tr h="293825">
                <a:tc>
                  <a:txBody>
                    <a:bodyPr/>
                    <a:p>
                      <a:pPr>
                        <a:defRPr/>
                      </a:pPr>
                      <a:r>
                        <a:rPr sz="1000">
                          <a:latin typeface="Franklin Gothic Book"/>
                          <a:ea typeface="Franklin Gothic Book"/>
                          <a:cs typeface="Franklin Gothic Book"/>
                        </a:rPr>
                        <a:t>21°C</a:t>
                      </a:r>
                      <a:endParaRPr sz="1000">
                        <a:latin typeface="Franklin Gothic Book"/>
                        <a:cs typeface="Franklin Gothic Book"/>
                      </a:endParaRPr>
                    </a:p>
                  </a:txBody>
                  <a:tcPr>
                    <a:solidFill>
                      <a:schemeClr val="bg1"/>
                    </a:solidFill>
                  </a:tcPr>
                </a:tc>
              </a:tr>
              <a:tr h="293825">
                <a:tc>
                  <a:txBody>
                    <a:bodyPr/>
                    <a:p>
                      <a:pPr>
                        <a:defRPr/>
                      </a:pPr>
                      <a:r>
                        <a:rPr sz="1000">
                          <a:latin typeface="Franklin Gothic Book"/>
                          <a:ea typeface="Franklin Gothic Book"/>
                          <a:cs typeface="Franklin Gothic Book"/>
                        </a:rPr>
                        <a:t>[img]</a:t>
                      </a:r>
                      <a:endParaRPr sz="1000">
                        <a:latin typeface="Franklin Gothic Book"/>
                        <a:cs typeface="Franklin Gothic Book"/>
                      </a:endParaRPr>
                    </a:p>
                  </a:txBody>
                  <a:tcPr>
                    <a:solidFill>
                      <a:schemeClr val="bg1"/>
                    </a:solidFill>
                  </a:tcPr>
                </a:tc>
              </a:tr>
            </a:tbl>
          </a:graphicData>
        </a:graphic>
      </p:graphicFrame>
      <p:graphicFrame>
        <p:nvGraphicFramePr>
          <p:cNvPr id="731349895" name=""/>
          <p:cNvGraphicFramePr>
            <a:graphicFrameLocks xmlns:a="http://schemas.openxmlformats.org/drawingml/2006/main"/>
          </p:cNvGraphicFramePr>
          <p:nvPr/>
        </p:nvGraphicFramePr>
        <p:xfrm rot="0">
          <a:off x="3112688" y="1857375"/>
          <a:ext cx="484598" cy="881472"/>
        </p:xfrm>
        <a:graphic>
          <a:graphicData uri="http://schemas.openxmlformats.org/drawingml/2006/table">
            <a:tbl>
              <a:tblPr firstRow="1" firstCol="0" lastRow="0" lastCol="0" bandRow="1" bandCol="0"/>
              <a:tblGrid>
                <a:gridCol w="484598"/>
              </a:tblGrid>
              <a:tr h="293825">
                <a:tc>
                  <a:txBody>
                    <a:bodyPr/>
                    <a:p>
                      <a:pPr>
                        <a:defRPr/>
                      </a:pPr>
                      <a:r>
                        <a:rPr sz="1000">
                          <a:latin typeface="Franklin Gothic Book"/>
                          <a:ea typeface="Franklin Gothic Book"/>
                          <a:cs typeface="Franklin Gothic Book"/>
                        </a:rPr>
                        <a:t>800</a:t>
                      </a:r>
                      <a:endParaRPr sz="1000">
                        <a:latin typeface="Franklin Gothic Book"/>
                        <a:cs typeface="Franklin Gothic Book"/>
                      </a:endParaRPr>
                    </a:p>
                  </a:txBody>
                  <a:tcPr>
                    <a:solidFill>
                      <a:schemeClr val="bg1"/>
                    </a:solidFill>
                  </a:tcPr>
                </a:tc>
              </a:tr>
              <a:tr h="293825">
                <a:tc>
                  <a:txBody>
                    <a:bodyPr/>
                    <a:p>
                      <a:pPr>
                        <a:defRPr/>
                      </a:pPr>
                      <a:r>
                        <a:rPr sz="1000">
                          <a:latin typeface="Franklin Gothic Book"/>
                          <a:ea typeface="Franklin Gothic Book"/>
                          <a:cs typeface="Franklin Gothic Book"/>
                        </a:rPr>
                        <a:t>21°C</a:t>
                      </a:r>
                      <a:endParaRPr sz="1000">
                        <a:latin typeface="Franklin Gothic Book"/>
                        <a:cs typeface="Franklin Gothic Book"/>
                      </a:endParaRPr>
                    </a:p>
                  </a:txBody>
                  <a:tcPr>
                    <a:solidFill>
                      <a:schemeClr val="bg1"/>
                    </a:solidFill>
                  </a:tcPr>
                </a:tc>
              </a:tr>
              <a:tr h="293825">
                <a:tc>
                  <a:txBody>
                    <a:bodyPr/>
                    <a:p>
                      <a:pPr>
                        <a:defRPr/>
                      </a:pPr>
                      <a:r>
                        <a:rPr sz="1000">
                          <a:latin typeface="Franklin Gothic Book"/>
                          <a:ea typeface="Franklin Gothic Book"/>
                          <a:cs typeface="Franklin Gothic Book"/>
                        </a:rPr>
                        <a:t>[img]</a:t>
                      </a:r>
                      <a:endParaRPr sz="1000">
                        <a:latin typeface="Franklin Gothic Book"/>
                        <a:cs typeface="Franklin Gothic Book"/>
                      </a:endParaRPr>
                    </a:p>
                  </a:txBody>
                  <a:tcPr>
                    <a:solidFill>
                      <a:schemeClr val="bg1"/>
                    </a:solidFill>
                  </a:tcPr>
                </a:tc>
              </a:tr>
            </a:tbl>
          </a:graphicData>
        </a:graphic>
      </p:graphicFrame>
      <p:graphicFrame>
        <p:nvGraphicFramePr>
          <p:cNvPr id="1051766119" name=""/>
          <p:cNvGraphicFramePr>
            <a:graphicFrameLocks xmlns:a="http://schemas.openxmlformats.org/drawingml/2006/main"/>
          </p:cNvGraphicFramePr>
          <p:nvPr/>
        </p:nvGraphicFramePr>
        <p:xfrm rot="0">
          <a:off x="5483237" y="3585747"/>
          <a:ext cx="484598" cy="587648"/>
        </p:xfrm>
        <a:graphic>
          <a:graphicData uri="http://schemas.openxmlformats.org/drawingml/2006/table">
            <a:tbl>
              <a:tblPr firstRow="1" firstCol="0" lastRow="0" lastCol="0" bandRow="1" bandCol="0"/>
              <a:tblGrid>
                <a:gridCol w="484598"/>
              </a:tblGrid>
              <a:tr h="293825">
                <a:tc>
                  <a:txBody>
                    <a:bodyPr/>
                    <a:p>
                      <a:pPr>
                        <a:defRPr/>
                      </a:pPr>
                      <a:r>
                        <a:rPr sz="1000">
                          <a:latin typeface="Franklin Gothic Book"/>
                          <a:ea typeface="Franklin Gothic Book"/>
                          <a:cs typeface="Franklin Gothic Book"/>
                        </a:rPr>
                        <a:t>21°C</a:t>
                      </a:r>
                      <a:endParaRPr sz="1000">
                        <a:latin typeface="Franklin Gothic Book"/>
                        <a:cs typeface="Franklin Gothic Book"/>
                      </a:endParaRPr>
                    </a:p>
                  </a:txBody>
                  <a:tcPr>
                    <a:solidFill>
                      <a:schemeClr val="bg1"/>
                    </a:solidFill>
                  </a:tcPr>
                </a:tc>
              </a:tr>
              <a:tr h="293825">
                <a:tc>
                  <a:txBody>
                    <a:bodyPr/>
                    <a:p>
                      <a:pPr>
                        <a:defRPr/>
                      </a:pPr>
                      <a:r>
                        <a:rPr sz="1000">
                          <a:latin typeface="Franklin Gothic Book"/>
                          <a:ea typeface="Franklin Gothic Book"/>
                          <a:cs typeface="Franklin Gothic Book"/>
                        </a:rPr>
                        <a:t>[img]</a:t>
                      </a:r>
                      <a:endParaRPr sz="1000">
                        <a:latin typeface="Franklin Gothic Book"/>
                        <a:cs typeface="Franklin Gothic Book"/>
                      </a:endParaRPr>
                    </a:p>
                  </a:txBody>
                  <a:tcPr>
                    <a:solidFill>
                      <a:schemeClr val="bg1"/>
                    </a:solidFill>
                  </a:tcPr>
                </a:tc>
              </a:tr>
            </a:tbl>
          </a:graphicData>
        </a:graphic>
      </p:graphicFrame>
      <p:graphicFrame>
        <p:nvGraphicFramePr>
          <p:cNvPr id="1324678235" name=""/>
          <p:cNvGraphicFramePr>
            <a:graphicFrameLocks xmlns:a="http://schemas.openxmlformats.org/drawingml/2006/main"/>
          </p:cNvGraphicFramePr>
          <p:nvPr/>
        </p:nvGraphicFramePr>
        <p:xfrm rot="0">
          <a:off x="5483236" y="3585746"/>
          <a:ext cx="484598" cy="587648"/>
        </p:xfrm>
        <a:graphic>
          <a:graphicData uri="http://schemas.openxmlformats.org/drawingml/2006/table">
            <a:tbl>
              <a:tblPr firstRow="1" firstCol="0" lastRow="0" lastCol="0" bandRow="1" bandCol="0"/>
              <a:tblGrid>
                <a:gridCol w="484598"/>
              </a:tblGrid>
              <a:tr h="293825">
                <a:tc>
                  <a:txBody>
                    <a:bodyPr/>
                    <a:p>
                      <a:pPr>
                        <a:defRPr/>
                      </a:pPr>
                      <a:r>
                        <a:rPr sz="1000">
                          <a:latin typeface="Franklin Gothic Book"/>
                          <a:cs typeface="Franklin Gothic Book"/>
                        </a:rPr>
                        <a:t>800</a:t>
                      </a:r>
                      <a:endParaRPr sz="1000">
                        <a:latin typeface="Franklin Gothic Book"/>
                        <a:cs typeface="Franklin Gothic Book"/>
                      </a:endParaRPr>
                    </a:p>
                  </a:txBody>
                  <a:tcPr>
                    <a:solidFill>
                      <a:schemeClr val="bg1"/>
                    </a:solidFill>
                  </a:tcPr>
                </a:tc>
              </a:tr>
              <a:tr h="293825">
                <a:tc>
                  <a:txBody>
                    <a:bodyPr/>
                    <a:p>
                      <a:pPr>
                        <a:defRPr/>
                      </a:pPr>
                      <a:r>
                        <a:rPr lang="en-US" sz="1000" b="0" i="0" u="none" strike="noStrike" cap="none" spc="0">
                          <a:solidFill>
                            <a:schemeClr val="dk1"/>
                          </a:solidFill>
                          <a:latin typeface="Franklin Gothic Book"/>
                          <a:ea typeface="Franklin Gothic Book"/>
                          <a:cs typeface="Franklin Gothic Book"/>
                        </a:rPr>
                        <a:t>21°C</a:t>
                      </a:r>
                      <a:endParaRPr sz="1000">
                        <a:latin typeface="Franklin Gothic Book"/>
                        <a:cs typeface="Franklin Gothic Book"/>
                      </a:endParaRPr>
                    </a:p>
                  </a:txBody>
                  <a:tcPr>
                    <a:solidFill>
                      <a:schemeClr val="bg1"/>
                    </a:solidFill>
                  </a:tcPr>
                </a:tc>
              </a:tr>
            </a:tbl>
          </a:graphicData>
        </a:graphic>
      </p:graphicFrame>
      <p:graphicFrame>
        <p:nvGraphicFramePr>
          <p:cNvPr id="1106168560" name=""/>
          <p:cNvGraphicFramePr>
            <a:graphicFrameLocks xmlns:a="http://schemas.openxmlformats.org/drawingml/2006/main"/>
          </p:cNvGraphicFramePr>
          <p:nvPr/>
        </p:nvGraphicFramePr>
        <p:xfrm rot="0">
          <a:off x="5483237" y="4165777"/>
          <a:ext cx="484598" cy="293823"/>
        </p:xfrm>
        <a:graphic>
          <a:graphicData uri="http://schemas.openxmlformats.org/drawingml/2006/table">
            <a:tbl>
              <a:tblPr firstRow="1" firstCol="0" lastRow="0" lastCol="0" bandRow="1" bandCol="0"/>
              <a:tblGrid>
                <a:gridCol w="484598"/>
              </a:tblGrid>
              <a:tr h="293825">
                <a:tc>
                  <a:txBody>
                    <a:bodyPr/>
                    <a:p>
                      <a:pPr>
                        <a:defRPr/>
                      </a:pPr>
                      <a:r>
                        <a:rPr sz="1000">
                          <a:latin typeface="Franklin Gothic Book"/>
                          <a:ea typeface="Franklin Gothic Book"/>
                          <a:cs typeface="Franklin Gothic Book"/>
                        </a:rPr>
                        <a:t>[img]</a:t>
                      </a:r>
                      <a:endParaRPr sz="1000">
                        <a:latin typeface="Franklin Gothic Book"/>
                        <a:cs typeface="Franklin Gothic Book"/>
                      </a:endParaRPr>
                    </a:p>
                  </a:txBody>
                  <a:tcPr>
                    <a:solidFill>
                      <a:schemeClr val="bg1"/>
                    </a:solidFill>
                  </a:tcPr>
                </a:tc>
              </a:tr>
            </a:tbl>
          </a:graphicData>
        </a:graphic>
      </p:graphicFrame>
      <p:graphicFrame>
        <p:nvGraphicFramePr>
          <p:cNvPr id="917451554" name=""/>
          <p:cNvGraphicFramePr>
            <a:graphicFrameLocks xmlns:a="http://schemas.openxmlformats.org/drawingml/2006/main"/>
          </p:cNvGraphicFramePr>
          <p:nvPr/>
        </p:nvGraphicFramePr>
        <p:xfrm rot="0">
          <a:off x="8046563" y="2097923"/>
          <a:ext cx="484598" cy="587648"/>
        </p:xfrm>
        <a:graphic>
          <a:graphicData uri="http://schemas.openxmlformats.org/drawingml/2006/table">
            <a:tbl>
              <a:tblPr firstRow="1" firstCol="0" lastRow="0" lastCol="0" bandRow="1" bandCol="0"/>
              <a:tblGrid>
                <a:gridCol w="484598"/>
              </a:tblGrid>
              <a:tr h="293825">
                <a:tc>
                  <a:txBody>
                    <a:bodyPr/>
                    <a:p>
                      <a:pPr>
                        <a:defRPr/>
                      </a:pPr>
                      <a:r>
                        <a:rPr sz="1000">
                          <a:latin typeface="Franklin Gothic Book"/>
                          <a:cs typeface="Franklin Gothic Book"/>
                        </a:rPr>
                        <a:t>75%</a:t>
                      </a:r>
                      <a:endParaRPr sz="1000">
                        <a:latin typeface="Franklin Gothic Book"/>
                        <a:cs typeface="Franklin Gothic Book"/>
                      </a:endParaRPr>
                    </a:p>
                  </a:txBody>
                  <a:tcPr>
                    <a:solidFill>
                      <a:schemeClr val="bg1"/>
                    </a:solidFill>
                  </a:tcPr>
                </a:tc>
              </a:tr>
              <a:tr h="293825">
                <a:tc>
                  <a:txBody>
                    <a:bodyPr/>
                    <a:p>
                      <a:pPr>
                        <a:defRPr/>
                      </a:pPr>
                      <a:r>
                        <a:rPr lang="en-US" sz="1000" b="0" i="0" u="none" strike="noStrike" cap="none" spc="0">
                          <a:solidFill>
                            <a:schemeClr val="dk1"/>
                          </a:solidFill>
                          <a:latin typeface="Franklin Gothic Book"/>
                          <a:ea typeface="Franklin Gothic Book"/>
                          <a:cs typeface="Franklin Gothic Book"/>
                        </a:rPr>
                        <a:t>21°C</a:t>
                      </a:r>
                      <a:endParaRPr sz="1000">
                        <a:latin typeface="Franklin Gothic Book"/>
                        <a:cs typeface="Franklin Gothic Book"/>
                      </a:endParaRPr>
                    </a:p>
                  </a:txBody>
                  <a:tcPr>
                    <a:solidFill>
                      <a:schemeClr val="bg1"/>
                    </a:solidFill>
                  </a:tcPr>
                </a:tc>
              </a:tr>
            </a:tbl>
          </a:graphicData>
        </a:graphic>
      </p:graphicFrame>
      <p:graphicFrame>
        <p:nvGraphicFramePr>
          <p:cNvPr id="633555870" name=""/>
          <p:cNvGraphicFramePr>
            <a:graphicFrameLocks xmlns:a="http://schemas.openxmlformats.org/drawingml/2006/main"/>
          </p:cNvGraphicFramePr>
          <p:nvPr/>
        </p:nvGraphicFramePr>
        <p:xfrm rot="0">
          <a:off x="6165644" y="2298111"/>
          <a:ext cx="484598" cy="293823"/>
        </p:xfrm>
        <a:graphic>
          <a:graphicData uri="http://schemas.openxmlformats.org/drawingml/2006/table">
            <a:tbl>
              <a:tblPr firstRow="1" firstCol="0" lastRow="0" lastCol="0" bandRow="1" bandCol="0"/>
              <a:tblGrid>
                <a:gridCol w="484598"/>
              </a:tblGrid>
              <a:tr h="293825">
                <a:tc>
                  <a:txBody>
                    <a:bodyPr/>
                    <a:p>
                      <a:pPr>
                        <a:defRPr/>
                      </a:pPr>
                      <a:r>
                        <a:rPr sz="900">
                          <a:latin typeface="Franklin Gothic Book"/>
                          <a:cs typeface="Franklin Gothic Book"/>
                        </a:rPr>
                        <a:t>15cm</a:t>
                      </a:r>
                      <a:endParaRPr sz="900">
                        <a:latin typeface="Franklin Gothic Book"/>
                        <a:cs typeface="Franklin Gothic Book"/>
                      </a:endParaRPr>
                    </a:p>
                  </a:txBody>
                  <a:tcPr>
                    <a:solidFill>
                      <a:schemeClr val="bg1"/>
                    </a:solidFill>
                  </a:tcPr>
                </a:tc>
              </a:tr>
            </a:tbl>
          </a:graphicData>
        </a:graphic>
      </p:graphicFrame>
      <p:graphicFrame>
        <p:nvGraphicFramePr>
          <p:cNvPr id="1786960334" name=""/>
          <p:cNvGraphicFramePr>
            <a:graphicFrameLocks xmlns:a="http://schemas.openxmlformats.org/drawingml/2006/main"/>
          </p:cNvGraphicFramePr>
          <p:nvPr/>
        </p:nvGraphicFramePr>
        <p:xfrm rot="0">
          <a:off x="5483237" y="3585747"/>
          <a:ext cx="484597" cy="293823"/>
        </p:xfrm>
        <a:graphic>
          <a:graphicData uri="http://schemas.openxmlformats.org/drawingml/2006/table">
            <a:tbl>
              <a:tblPr firstRow="1" firstCol="0" lastRow="0" lastCol="0" bandRow="1" bandCol="0"/>
              <a:tblGrid>
                <a:gridCol w="484597"/>
              </a:tblGrid>
              <a:tr h="293825">
                <a:tc>
                  <a:txBody>
                    <a:bodyPr/>
                    <a:p>
                      <a:pPr>
                        <a:defRPr/>
                      </a:pPr>
                      <a:r>
                        <a:rPr sz="900">
                          <a:latin typeface="Franklin Gothic Book"/>
                          <a:cs typeface="Franklin Gothic Book"/>
                        </a:rPr>
                        <a:t>15cm</a:t>
                      </a:r>
                      <a:endParaRPr sz="900">
                        <a:latin typeface="Franklin Gothic Book"/>
                        <a:cs typeface="Franklin Gothic Book"/>
                      </a:endParaRPr>
                    </a:p>
                  </a:txBody>
                  <a:tcPr>
                    <a:solidFill>
                      <a:schemeClr val="bg1"/>
                    </a:solidFill>
                  </a:tcPr>
                </a:tc>
              </a:tr>
            </a:tbl>
          </a:graphicData>
        </a:graphic>
      </p:graphicFrame>
      <p:graphicFrame>
        <p:nvGraphicFramePr>
          <p:cNvPr id="809796265" name=""/>
          <p:cNvGraphicFramePr>
            <a:graphicFrameLocks xmlns:a="http://schemas.openxmlformats.org/drawingml/2006/main"/>
          </p:cNvGraphicFramePr>
          <p:nvPr/>
        </p:nvGraphicFramePr>
        <p:xfrm rot="0">
          <a:off x="6030504" y="3575911"/>
          <a:ext cx="484597" cy="587647"/>
        </p:xfrm>
        <a:graphic>
          <a:graphicData uri="http://schemas.openxmlformats.org/drawingml/2006/table">
            <a:tbl>
              <a:tblPr firstRow="1" firstCol="0" lastRow="0" lastCol="0" bandRow="1" bandCol="0"/>
              <a:tblGrid>
                <a:gridCol w="484597"/>
              </a:tblGrid>
              <a:tr h="293825">
                <a:tc>
                  <a:txBody>
                    <a:bodyPr/>
                    <a:p>
                      <a:pPr>
                        <a:defRPr/>
                      </a:pPr>
                      <a:r>
                        <a:rPr sz="1000">
                          <a:latin typeface="Franklin Gothic Book"/>
                          <a:cs typeface="Franklin Gothic Book"/>
                        </a:rPr>
                        <a:t>75%</a:t>
                      </a:r>
                      <a:endParaRPr sz="1000">
                        <a:latin typeface="Franklin Gothic Book"/>
                        <a:cs typeface="Franklin Gothic Book"/>
                      </a:endParaRPr>
                    </a:p>
                  </a:txBody>
                  <a:tcPr>
                    <a:solidFill>
                      <a:schemeClr val="bg1"/>
                    </a:solidFill>
                  </a:tcPr>
                </a:tc>
              </a:tr>
              <a:tr h="293825">
                <a:tc>
                  <a:txBody>
                    <a:bodyPr/>
                    <a:p>
                      <a:pPr>
                        <a:defRPr/>
                      </a:pPr>
                      <a:r>
                        <a:rPr lang="en-US" sz="1000" b="0" i="0" u="none" strike="noStrike" cap="none" spc="0">
                          <a:solidFill>
                            <a:schemeClr val="dk1"/>
                          </a:solidFill>
                          <a:latin typeface="Franklin Gothic Book"/>
                          <a:ea typeface="Franklin Gothic Book"/>
                          <a:cs typeface="Franklin Gothic Book"/>
                        </a:rPr>
                        <a:t>21°C</a:t>
                      </a:r>
                      <a:endParaRPr sz="1000">
                        <a:latin typeface="Franklin Gothic Book"/>
                        <a:cs typeface="Franklin Gothic Book"/>
                      </a:endParaRPr>
                    </a:p>
                  </a:txBody>
                  <a:tcPr/>
                </a:tc>
              </a:tr>
            </a:tbl>
          </a:graphicData>
        </a:graphic>
      </p:graphicFrame>
      <p:graphicFrame>
        <p:nvGraphicFramePr>
          <p:cNvPr id="1341393918" name=""/>
          <p:cNvGraphicFramePr>
            <a:graphicFrameLocks xmlns:a="http://schemas.openxmlformats.org/drawingml/2006/main"/>
          </p:cNvGraphicFramePr>
          <p:nvPr/>
        </p:nvGraphicFramePr>
        <p:xfrm rot="0">
          <a:off x="8046561" y="2097922"/>
          <a:ext cx="484597" cy="293823"/>
        </p:xfrm>
        <a:graphic>
          <a:graphicData uri="http://schemas.openxmlformats.org/drawingml/2006/table">
            <a:tbl>
              <a:tblPr firstRow="1" firstCol="0" lastRow="0" lastCol="0" bandRow="1" bandCol="0"/>
              <a:tblGrid>
                <a:gridCol w="484597"/>
              </a:tblGrid>
              <a:tr h="293825">
                <a:tc>
                  <a:txBody>
                    <a:bodyPr/>
                    <a:p>
                      <a:pPr>
                        <a:defRPr/>
                      </a:pPr>
                      <a:r>
                        <a:rPr sz="900">
                          <a:latin typeface="Franklin Gothic Book"/>
                          <a:cs typeface="Franklin Gothic Book"/>
                        </a:rPr>
                        <a:t>15cm</a:t>
                      </a:r>
                      <a:endParaRPr sz="900">
                        <a:latin typeface="Franklin Gothic Book"/>
                        <a:cs typeface="Franklin Gothic Book"/>
                      </a:endParaRPr>
                    </a:p>
                  </a:txBody>
                  <a:tcPr>
                    <a:solidFill>
                      <a:schemeClr val="bg1"/>
                    </a:solidFill>
                  </a:tcPr>
                </a:tc>
              </a:tr>
            </a:tbl>
          </a:graphicData>
        </a:graphic>
      </p:graphicFrame>
      <p:graphicFrame>
        <p:nvGraphicFramePr>
          <p:cNvPr id="874757372" name=""/>
          <p:cNvGraphicFramePr>
            <a:graphicFrameLocks xmlns:a="http://schemas.openxmlformats.org/drawingml/2006/main"/>
          </p:cNvGraphicFramePr>
          <p:nvPr/>
        </p:nvGraphicFramePr>
        <p:xfrm rot="0">
          <a:off x="6030504" y="4173397"/>
          <a:ext cx="484597" cy="293823"/>
        </p:xfrm>
        <a:graphic>
          <a:graphicData uri="http://schemas.openxmlformats.org/drawingml/2006/table">
            <a:tbl>
              <a:tblPr firstRow="1" firstCol="0" lastRow="0" lastCol="0" bandRow="1" bandCol="0"/>
              <a:tblGrid>
                <a:gridCol w="484596"/>
              </a:tblGrid>
              <a:tr h="293825">
                <a:tc>
                  <a:txBody>
                    <a:bodyPr/>
                    <a:p>
                      <a:pPr>
                        <a:defRPr/>
                      </a:pPr>
                      <a:r>
                        <a:rPr sz="900">
                          <a:latin typeface="Franklin Gothic Book"/>
                          <a:cs typeface="Franklin Gothic Book"/>
                        </a:rPr>
                        <a:t>15cm</a:t>
                      </a:r>
                      <a:endParaRPr sz="900">
                        <a:latin typeface="Franklin Gothic Book"/>
                        <a:cs typeface="Franklin Gothic Book"/>
                      </a:endParaRPr>
                    </a:p>
                  </a:txBody>
                  <a:tcPr>
                    <a:solidFill>
                      <a:schemeClr val="bg1"/>
                    </a:solidFill>
                  </a:tcPr>
                </a:tc>
              </a:tr>
            </a:tbl>
          </a:graphicData>
        </a:graphic>
      </p:graphicFrame>
      <p:graphicFrame>
        <p:nvGraphicFramePr>
          <p:cNvPr id="251954182" name=""/>
          <p:cNvGraphicFramePr>
            <a:graphicFrameLocks xmlns:a="http://schemas.openxmlformats.org/drawingml/2006/main"/>
          </p:cNvGraphicFramePr>
          <p:nvPr/>
        </p:nvGraphicFramePr>
        <p:xfrm rot="0">
          <a:off x="6030504" y="3578126"/>
          <a:ext cx="484597" cy="881471"/>
        </p:xfrm>
        <a:graphic>
          <a:graphicData uri="http://schemas.openxmlformats.org/drawingml/2006/table">
            <a:tbl>
              <a:tblPr firstRow="1" firstCol="0" lastRow="0" lastCol="0" bandRow="1" bandCol="0"/>
              <a:tblGrid>
                <a:gridCol w="484597"/>
              </a:tblGrid>
              <a:tr h="293825">
                <a:tc>
                  <a:txBody>
                    <a:bodyPr/>
                    <a:p>
                      <a:pPr>
                        <a:defRPr/>
                      </a:pPr>
                      <a:r>
                        <a:rPr sz="1000">
                          <a:latin typeface="Franklin Gothic Book"/>
                          <a:ea typeface="Franklin Gothic Book"/>
                          <a:cs typeface="Franklin Gothic Book"/>
                        </a:rPr>
                        <a:t>75%</a:t>
                      </a:r>
                      <a:endParaRPr sz="1000">
                        <a:latin typeface="Franklin Gothic Book"/>
                        <a:cs typeface="Franklin Gothic Book"/>
                      </a:endParaRPr>
                    </a:p>
                  </a:txBody>
                  <a:tcPr>
                    <a:solidFill>
                      <a:schemeClr val="bg1"/>
                    </a:solidFill>
                  </a:tcPr>
                </a:tc>
              </a:tr>
              <a:tr h="293825">
                <a:tc>
                  <a:txBody>
                    <a:bodyPr/>
                    <a:p>
                      <a:pPr>
                        <a:defRPr/>
                      </a:pPr>
                      <a:r>
                        <a:rPr sz="1000">
                          <a:latin typeface="Franklin Gothic Book"/>
                          <a:ea typeface="Franklin Gothic Book"/>
                          <a:cs typeface="Franklin Gothic Book"/>
                        </a:rPr>
                        <a:t>21°C</a:t>
                      </a:r>
                      <a:endParaRPr sz="1000">
                        <a:latin typeface="Franklin Gothic Book"/>
                        <a:cs typeface="Franklin Gothic Book"/>
                      </a:endParaRPr>
                    </a:p>
                  </a:txBody>
                  <a:tcPr>
                    <a:solidFill>
                      <a:schemeClr val="bg1"/>
                    </a:solidFill>
                  </a:tcPr>
                </a:tc>
              </a:tr>
              <a:tr h="293825">
                <a:tc>
                  <a:txBody>
                    <a:bodyPr/>
                    <a:p>
                      <a:pPr>
                        <a:defRPr/>
                      </a:pPr>
                      <a:r>
                        <a:rPr sz="900">
                          <a:latin typeface="Franklin Gothic Book"/>
                          <a:ea typeface="Franklin Gothic Book"/>
                          <a:cs typeface="Franklin Gothic Book"/>
                        </a:rPr>
                        <a:t>15cm</a:t>
                      </a:r>
                      <a:endParaRPr sz="1000">
                        <a:latin typeface="Franklin Gothic Book"/>
                        <a:cs typeface="Franklin Gothic Book"/>
                      </a:endParaRPr>
                    </a:p>
                  </a:txBody>
                  <a:tcPr>
                    <a:solidFill>
                      <a:schemeClr val="bg1"/>
                    </a:solidFill>
                  </a:tcPr>
                </a:tc>
              </a:tr>
            </a:tbl>
          </a:graphicData>
        </a:graphic>
      </p:graphicFrame>
      <p:graphicFrame>
        <p:nvGraphicFramePr>
          <p:cNvPr id="161117687" name=""/>
          <p:cNvGraphicFramePr>
            <a:graphicFrameLocks xmlns:a="http://schemas.openxmlformats.org/drawingml/2006/main"/>
          </p:cNvGraphicFramePr>
          <p:nvPr/>
        </p:nvGraphicFramePr>
        <p:xfrm rot="0">
          <a:off x="8581473" y="3282086"/>
          <a:ext cx="484597" cy="881471"/>
        </p:xfrm>
        <a:graphic>
          <a:graphicData uri="http://schemas.openxmlformats.org/drawingml/2006/table">
            <a:tbl>
              <a:tblPr firstRow="1" firstCol="0" lastRow="0" lastCol="0" bandRow="1" bandCol="0"/>
              <a:tblGrid>
                <a:gridCol w="484597"/>
              </a:tblGrid>
              <a:tr h="293825">
                <a:tc>
                  <a:txBody>
                    <a:bodyPr/>
                    <a:p>
                      <a:pPr>
                        <a:defRPr/>
                      </a:pPr>
                      <a:r>
                        <a:rPr sz="1000">
                          <a:latin typeface="Franklin Gothic Book"/>
                          <a:ea typeface="Franklin Gothic Book"/>
                          <a:cs typeface="Franklin Gothic Book"/>
                        </a:rPr>
                        <a:t>75%</a:t>
                      </a:r>
                      <a:endParaRPr sz="1000">
                        <a:latin typeface="Franklin Gothic Book"/>
                        <a:cs typeface="Franklin Gothic Book"/>
                      </a:endParaRPr>
                    </a:p>
                  </a:txBody>
                  <a:tcPr>
                    <a:solidFill>
                      <a:schemeClr val="bg1"/>
                    </a:solidFill>
                  </a:tcPr>
                </a:tc>
              </a:tr>
              <a:tr h="293825">
                <a:tc>
                  <a:txBody>
                    <a:bodyPr/>
                    <a:p>
                      <a:pPr>
                        <a:defRPr/>
                      </a:pPr>
                      <a:r>
                        <a:rPr sz="1000">
                          <a:latin typeface="Franklin Gothic Book"/>
                          <a:ea typeface="Franklin Gothic Book"/>
                          <a:cs typeface="Franklin Gothic Book"/>
                        </a:rPr>
                        <a:t>21°C</a:t>
                      </a:r>
                      <a:endParaRPr sz="1000">
                        <a:latin typeface="Franklin Gothic Book"/>
                        <a:cs typeface="Franklin Gothic Book"/>
                      </a:endParaRPr>
                    </a:p>
                  </a:txBody>
                  <a:tcPr>
                    <a:solidFill>
                      <a:schemeClr val="bg1"/>
                    </a:solidFill>
                  </a:tcPr>
                </a:tc>
              </a:tr>
              <a:tr h="293825">
                <a:tc>
                  <a:txBody>
                    <a:bodyPr/>
                    <a:p>
                      <a:pPr>
                        <a:defRPr/>
                      </a:pPr>
                      <a:r>
                        <a:rPr sz="900">
                          <a:latin typeface="Franklin Gothic Book"/>
                          <a:ea typeface="Franklin Gothic Book"/>
                          <a:cs typeface="Franklin Gothic Book"/>
                        </a:rPr>
                        <a:t>15cm</a:t>
                      </a:r>
                      <a:endParaRPr sz="1000">
                        <a:latin typeface="Franklin Gothic Book"/>
                        <a:cs typeface="Franklin Gothic Book"/>
                      </a:endParaRPr>
                    </a:p>
                  </a:txBody>
                  <a:tcPr>
                    <a:solidFill>
                      <a:schemeClr val="bg1"/>
                    </a:solidFill>
                  </a:tcPr>
                </a:tc>
              </a:tr>
            </a:tbl>
          </a:graphicData>
        </a:graphic>
      </p:graphicFrame>
      <p:graphicFrame>
        <p:nvGraphicFramePr>
          <p:cNvPr id="210707262" name=""/>
          <p:cNvGraphicFramePr>
            <a:graphicFrameLocks xmlns:a="http://schemas.openxmlformats.org/drawingml/2006/main"/>
          </p:cNvGraphicFramePr>
          <p:nvPr/>
        </p:nvGraphicFramePr>
        <p:xfrm rot="0">
          <a:off x="8531160" y="4320310"/>
          <a:ext cx="484597" cy="881471"/>
        </p:xfrm>
        <a:graphic>
          <a:graphicData uri="http://schemas.openxmlformats.org/drawingml/2006/table">
            <a:tbl>
              <a:tblPr firstRow="1" firstCol="0" lastRow="0" lastCol="0" bandRow="1" bandCol="0"/>
              <a:tblGrid>
                <a:gridCol w="484597"/>
              </a:tblGrid>
              <a:tr h="293825">
                <a:tc>
                  <a:txBody>
                    <a:bodyPr/>
                    <a:p>
                      <a:pPr>
                        <a:defRPr/>
                      </a:pPr>
                      <a:r>
                        <a:rPr sz="1000">
                          <a:latin typeface="Franklin Gothic Book"/>
                          <a:ea typeface="Franklin Gothic Book"/>
                          <a:cs typeface="Franklin Gothic Book"/>
                        </a:rPr>
                        <a:t>75%</a:t>
                      </a:r>
                      <a:endParaRPr sz="1000">
                        <a:latin typeface="Franklin Gothic Book"/>
                        <a:cs typeface="Franklin Gothic Book"/>
                      </a:endParaRPr>
                    </a:p>
                  </a:txBody>
                  <a:tcPr>
                    <a:solidFill>
                      <a:schemeClr val="bg1"/>
                    </a:solidFill>
                  </a:tcPr>
                </a:tc>
              </a:tr>
              <a:tr h="293825">
                <a:tc>
                  <a:txBody>
                    <a:bodyPr/>
                    <a:p>
                      <a:pPr>
                        <a:defRPr/>
                      </a:pPr>
                      <a:r>
                        <a:rPr sz="1000">
                          <a:latin typeface="Franklin Gothic Book"/>
                          <a:ea typeface="Franklin Gothic Book"/>
                          <a:cs typeface="Franklin Gothic Book"/>
                        </a:rPr>
                        <a:t>21°C</a:t>
                      </a:r>
                      <a:endParaRPr sz="1000">
                        <a:latin typeface="Franklin Gothic Book"/>
                        <a:cs typeface="Franklin Gothic Book"/>
                      </a:endParaRPr>
                    </a:p>
                  </a:txBody>
                  <a:tcPr>
                    <a:solidFill>
                      <a:schemeClr val="bg1"/>
                    </a:solidFill>
                  </a:tcPr>
                </a:tc>
              </a:tr>
              <a:tr h="293825">
                <a:tc>
                  <a:txBody>
                    <a:bodyPr/>
                    <a:p>
                      <a:pPr>
                        <a:defRPr/>
                      </a:pPr>
                      <a:r>
                        <a:rPr sz="900">
                          <a:latin typeface="Franklin Gothic Book"/>
                          <a:ea typeface="Franklin Gothic Book"/>
                          <a:cs typeface="Franklin Gothic Book"/>
                        </a:rPr>
                        <a:t>15cm</a:t>
                      </a:r>
                      <a:endParaRPr sz="1000">
                        <a:latin typeface="Franklin Gothic Book"/>
                        <a:cs typeface="Franklin Gothic Book"/>
                      </a:endParaRPr>
                    </a:p>
                  </a:txBody>
                  <a:tcPr>
                    <a:solidFill>
                      <a:schemeClr val="bg1"/>
                    </a:solidFill>
                  </a:tcPr>
                </a:tc>
              </a:tr>
            </a:tbl>
          </a:graphicData>
        </a:graphic>
      </p:graphicFrame>
      <p:graphicFrame>
        <p:nvGraphicFramePr>
          <p:cNvPr id="915499157" name=""/>
          <p:cNvGraphicFramePr>
            <a:graphicFrameLocks xmlns:a="http://schemas.openxmlformats.org/drawingml/2006/main"/>
          </p:cNvGraphicFramePr>
          <p:nvPr/>
        </p:nvGraphicFramePr>
        <p:xfrm rot="0">
          <a:off x="6091462" y="4696743"/>
          <a:ext cx="484597" cy="881471"/>
        </p:xfrm>
        <a:graphic>
          <a:graphicData uri="http://schemas.openxmlformats.org/drawingml/2006/table">
            <a:tbl>
              <a:tblPr firstRow="1" firstCol="0" lastRow="0" lastCol="0" bandRow="1" bandCol="0"/>
              <a:tblGrid>
                <a:gridCol w="484597"/>
              </a:tblGrid>
              <a:tr h="293825">
                <a:tc>
                  <a:txBody>
                    <a:bodyPr/>
                    <a:p>
                      <a:pPr>
                        <a:defRPr/>
                      </a:pPr>
                      <a:r>
                        <a:rPr sz="1000">
                          <a:latin typeface="Franklin Gothic Book"/>
                          <a:ea typeface="Franklin Gothic Book"/>
                          <a:cs typeface="Franklin Gothic Book"/>
                        </a:rPr>
                        <a:t>75%</a:t>
                      </a:r>
                      <a:endParaRPr sz="1000">
                        <a:latin typeface="Franklin Gothic Book"/>
                        <a:cs typeface="Franklin Gothic Book"/>
                      </a:endParaRPr>
                    </a:p>
                  </a:txBody>
                  <a:tcPr>
                    <a:solidFill>
                      <a:schemeClr val="bg1"/>
                    </a:solidFill>
                  </a:tcPr>
                </a:tc>
              </a:tr>
              <a:tr h="293825">
                <a:tc>
                  <a:txBody>
                    <a:bodyPr/>
                    <a:p>
                      <a:pPr>
                        <a:defRPr/>
                      </a:pPr>
                      <a:r>
                        <a:rPr sz="1000">
                          <a:latin typeface="Franklin Gothic Book"/>
                          <a:ea typeface="Franklin Gothic Book"/>
                          <a:cs typeface="Franklin Gothic Book"/>
                        </a:rPr>
                        <a:t>21°C</a:t>
                      </a:r>
                      <a:endParaRPr sz="1000">
                        <a:latin typeface="Franklin Gothic Book"/>
                        <a:cs typeface="Franklin Gothic Book"/>
                      </a:endParaRPr>
                    </a:p>
                  </a:txBody>
                  <a:tcPr>
                    <a:solidFill>
                      <a:schemeClr val="bg1"/>
                    </a:solidFill>
                  </a:tcPr>
                </a:tc>
              </a:tr>
              <a:tr h="293825">
                <a:tc>
                  <a:txBody>
                    <a:bodyPr/>
                    <a:p>
                      <a:pPr>
                        <a:defRPr/>
                      </a:pPr>
                      <a:r>
                        <a:rPr sz="900">
                          <a:latin typeface="Franklin Gothic Book"/>
                          <a:ea typeface="Franklin Gothic Book"/>
                          <a:cs typeface="Franklin Gothic Book"/>
                        </a:rPr>
                        <a:t>15cm</a:t>
                      </a:r>
                      <a:endParaRPr sz="1000">
                        <a:latin typeface="Franklin Gothic Book"/>
                        <a:cs typeface="Franklin Gothic Book"/>
                      </a:endParaRPr>
                    </a:p>
                  </a:txBody>
                  <a:tcPr>
                    <a:solidFill>
                      <a:schemeClr val="bg1"/>
                    </a:solidFill>
                  </a:tcPr>
                </a:tc>
              </a:tr>
            </a:tbl>
          </a:graphicData>
        </a:graphic>
      </p:graphicFrame>
      <p:graphicFrame>
        <p:nvGraphicFramePr>
          <p:cNvPr id="284767524" name=""/>
          <p:cNvGraphicFramePr>
            <a:graphicFrameLocks xmlns:a="http://schemas.openxmlformats.org/drawingml/2006/main"/>
          </p:cNvGraphicFramePr>
          <p:nvPr/>
        </p:nvGraphicFramePr>
        <p:xfrm rot="0">
          <a:off x="3404949" y="4724784"/>
          <a:ext cx="484597" cy="881471"/>
        </p:xfrm>
        <a:graphic>
          <a:graphicData uri="http://schemas.openxmlformats.org/drawingml/2006/table">
            <a:tbl>
              <a:tblPr firstRow="1" firstCol="0" lastRow="0" lastCol="0" bandRow="1" bandCol="0"/>
              <a:tblGrid>
                <a:gridCol w="484597"/>
              </a:tblGrid>
              <a:tr h="293825">
                <a:tc>
                  <a:txBody>
                    <a:bodyPr/>
                    <a:p>
                      <a:pPr>
                        <a:defRPr/>
                      </a:pPr>
                      <a:r>
                        <a:rPr sz="1000">
                          <a:latin typeface="Franklin Gothic Book"/>
                          <a:ea typeface="Franklin Gothic Book"/>
                          <a:cs typeface="Franklin Gothic Book"/>
                        </a:rPr>
                        <a:t>75%</a:t>
                      </a:r>
                      <a:endParaRPr sz="1000">
                        <a:latin typeface="Franklin Gothic Book"/>
                        <a:cs typeface="Franklin Gothic Book"/>
                      </a:endParaRPr>
                    </a:p>
                  </a:txBody>
                  <a:tcPr>
                    <a:solidFill>
                      <a:schemeClr val="bg1"/>
                    </a:solidFill>
                  </a:tcPr>
                </a:tc>
              </a:tr>
              <a:tr h="293825">
                <a:tc>
                  <a:txBody>
                    <a:bodyPr/>
                    <a:p>
                      <a:pPr>
                        <a:defRPr/>
                      </a:pPr>
                      <a:r>
                        <a:rPr sz="1000">
                          <a:latin typeface="Franklin Gothic Book"/>
                          <a:ea typeface="Franklin Gothic Book"/>
                          <a:cs typeface="Franklin Gothic Book"/>
                        </a:rPr>
                        <a:t>21°C</a:t>
                      </a:r>
                      <a:endParaRPr sz="1000">
                        <a:latin typeface="Franklin Gothic Book"/>
                        <a:cs typeface="Franklin Gothic Book"/>
                      </a:endParaRPr>
                    </a:p>
                  </a:txBody>
                  <a:tcPr>
                    <a:solidFill>
                      <a:schemeClr val="bg1"/>
                    </a:solidFill>
                  </a:tcPr>
                </a:tc>
              </a:tr>
              <a:tr h="293825">
                <a:tc>
                  <a:txBody>
                    <a:bodyPr/>
                    <a:p>
                      <a:pPr>
                        <a:defRPr/>
                      </a:pPr>
                      <a:r>
                        <a:rPr sz="900">
                          <a:latin typeface="Franklin Gothic Book"/>
                          <a:ea typeface="Franklin Gothic Book"/>
                          <a:cs typeface="Franklin Gothic Book"/>
                        </a:rPr>
                        <a:t>15cm</a:t>
                      </a:r>
                      <a:endParaRPr sz="1000">
                        <a:latin typeface="Franklin Gothic Book"/>
                        <a:cs typeface="Franklin Gothic Book"/>
                      </a:endParaRPr>
                    </a:p>
                  </a:txBody>
                  <a:tcPr>
                    <a:solidFill>
                      <a:schemeClr val="bg1"/>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118" fill="hold">
                      <p:stCondLst>
                        <p:cond delay="indefinite"/>
                        <p:cond evt="begin" delay="0">
                          <p:tn val="2"/>
                        </p:cond>
                      </p:stCondLst>
                      <p:childTnLst>
                        <p:par>
                          <p:cTn id="119" fill="hold">
                            <p:stCondLst>
                              <p:cond delay="0"/>
                            </p:stCondLst>
                            <p:childTnLst>
                              <p:par>
                                <p:cTn id="148" presetID="1" presetClass="exit" presetSubtype="0" fill="hold" grpId="0" nodeType="withEffect">
                                  <p:stCondLst>
                                    <p:cond delay="0"/>
                                  </p:stCondLst>
                                  <p:childTnLst>
                                    <p:set>
                                      <p:cBhvr>
                                        <p:cTn id="149" dur="1" fill="hold">
                                          <p:stCondLst>
                                            <p:cond delay="0"/>
                                          </p:stCondLst>
                                        </p:cTn>
                                        <p:tgtEl>
                                          <p:spTgt spid="731349895"/>
                                        </p:tgtEl>
                                        <p:attrNameLst>
                                          <p:attrName>style.visibility</p:attrName>
                                        </p:attrNameLst>
                                      </p:cBhvr>
                                      <p:to>
                                        <p:strVal val="hidden"/>
                                      </p:to>
                                    </p:set>
                                  </p:childTnLst>
                                </p:cTn>
                              </p:par>
                              <p:par>
                                <p:cTn id="146" presetID="1" presetClass="exit" presetSubtype="0" fill="hold" grpId="0" nodeType="withEffect">
                                  <p:stCondLst>
                                    <p:cond delay="0"/>
                                  </p:stCondLst>
                                  <p:childTnLst>
                                    <p:set>
                                      <p:cBhvr>
                                        <p:cTn id="147" dur="1" fill="hold">
                                          <p:stCondLst>
                                            <p:cond delay="0"/>
                                          </p:stCondLst>
                                        </p:cTn>
                                        <p:tgtEl>
                                          <p:spTgt spid="1051766119"/>
                                        </p:tgtEl>
                                        <p:attrNameLst>
                                          <p:attrName>style.visibility</p:attrName>
                                        </p:attrNameLst>
                                      </p:cBhvr>
                                      <p:to>
                                        <p:strVal val="hidden"/>
                                      </p:to>
                                    </p:set>
                                  </p:childTnLst>
                                </p:cTn>
                              </p:par>
                              <p:par>
                                <p:cTn id="144" presetID="1" presetClass="exit" presetSubtype="0" fill="hold" grpId="0" nodeType="withEffect">
                                  <p:stCondLst>
                                    <p:cond delay="0"/>
                                  </p:stCondLst>
                                  <p:childTnLst>
                                    <p:set>
                                      <p:cBhvr>
                                        <p:cTn id="145" dur="1" fill="hold">
                                          <p:stCondLst>
                                            <p:cond delay="0"/>
                                          </p:stCondLst>
                                        </p:cTn>
                                        <p:tgtEl>
                                          <p:spTgt spid="1106168560"/>
                                        </p:tgtEl>
                                        <p:attrNameLst>
                                          <p:attrName>style.visibility</p:attrName>
                                        </p:attrNameLst>
                                      </p:cBhvr>
                                      <p:to>
                                        <p:strVal val="hidden"/>
                                      </p:to>
                                    </p:set>
                                  </p:childTnLst>
                                </p:cTn>
                              </p:par>
                              <p:par>
                                <p:cTn id="142" presetID="1" presetClass="exit" presetSubtype="0" fill="hold" grpId="0" nodeType="withEffect">
                                  <p:stCondLst>
                                    <p:cond delay="0"/>
                                  </p:stCondLst>
                                  <p:childTnLst>
                                    <p:set>
                                      <p:cBhvr>
                                        <p:cTn id="143" dur="1" fill="hold">
                                          <p:stCondLst>
                                            <p:cond delay="0"/>
                                          </p:stCondLst>
                                        </p:cTn>
                                        <p:tgtEl>
                                          <p:spTgt spid="1324678235"/>
                                        </p:tgtEl>
                                        <p:attrNameLst>
                                          <p:attrName>style.visibility</p:attrName>
                                        </p:attrNameLst>
                                      </p:cBhvr>
                                      <p:to>
                                        <p:strVal val="hidden"/>
                                      </p:to>
                                    </p:set>
                                  </p:childTnLst>
                                </p:cTn>
                              </p:par>
                              <p:par>
                                <p:cTn id="140" presetID="1" presetClass="exit" presetSubtype="0" fill="hold" grpId="0" nodeType="withEffect">
                                  <p:stCondLst>
                                    <p:cond delay="0"/>
                                  </p:stCondLst>
                                  <p:childTnLst>
                                    <p:set>
                                      <p:cBhvr>
                                        <p:cTn id="141" dur="1" fill="hold">
                                          <p:stCondLst>
                                            <p:cond delay="0"/>
                                          </p:stCondLst>
                                        </p:cTn>
                                        <p:tgtEl>
                                          <p:spTgt spid="917451554"/>
                                        </p:tgtEl>
                                        <p:attrNameLst>
                                          <p:attrName>style.visibility</p:attrName>
                                        </p:attrNameLst>
                                      </p:cBhvr>
                                      <p:to>
                                        <p:strVal val="hidden"/>
                                      </p:to>
                                    </p:set>
                                  </p:childTnLst>
                                </p:cTn>
                              </p:par>
                              <p:par>
                                <p:cTn id="138" presetID="1" presetClass="exit" presetSubtype="0" fill="hold" grpId="0" nodeType="withEffect">
                                  <p:stCondLst>
                                    <p:cond delay="0"/>
                                  </p:stCondLst>
                                  <p:childTnLst>
                                    <p:set>
                                      <p:cBhvr>
                                        <p:cTn id="139" dur="1" fill="hold">
                                          <p:stCondLst>
                                            <p:cond delay="0"/>
                                          </p:stCondLst>
                                        </p:cTn>
                                        <p:tgtEl>
                                          <p:spTgt spid="633555870"/>
                                        </p:tgtEl>
                                        <p:attrNameLst>
                                          <p:attrName>style.visibility</p:attrName>
                                        </p:attrNameLst>
                                      </p:cBhvr>
                                      <p:to>
                                        <p:strVal val="hidden"/>
                                      </p:to>
                                    </p:set>
                                  </p:childTnLst>
                                </p:cTn>
                              </p:par>
                              <p:par>
                                <p:cTn id="136" presetID="1" presetClass="exit" presetSubtype="0" fill="hold" grpId="0" nodeType="withEffect">
                                  <p:stCondLst>
                                    <p:cond delay="0"/>
                                  </p:stCondLst>
                                  <p:childTnLst>
                                    <p:set>
                                      <p:cBhvr>
                                        <p:cTn id="137" dur="1" fill="hold">
                                          <p:stCondLst>
                                            <p:cond delay="0"/>
                                          </p:stCondLst>
                                        </p:cTn>
                                        <p:tgtEl>
                                          <p:spTgt spid="809796265"/>
                                        </p:tgtEl>
                                        <p:attrNameLst>
                                          <p:attrName>style.visibility</p:attrName>
                                        </p:attrNameLst>
                                      </p:cBhvr>
                                      <p:to>
                                        <p:strVal val="hidden"/>
                                      </p:to>
                                    </p:set>
                                  </p:childTnLst>
                                </p:cTn>
                              </p:par>
                              <p:par>
                                <p:cTn id="134" presetID="1" presetClass="exit" presetSubtype="0" fill="hold" grpId="0" nodeType="withEffect">
                                  <p:stCondLst>
                                    <p:cond delay="0"/>
                                  </p:stCondLst>
                                  <p:childTnLst>
                                    <p:set>
                                      <p:cBhvr>
                                        <p:cTn id="135" dur="1" fill="hold">
                                          <p:stCondLst>
                                            <p:cond delay="0"/>
                                          </p:stCondLst>
                                        </p:cTn>
                                        <p:tgtEl>
                                          <p:spTgt spid="1786960334"/>
                                        </p:tgtEl>
                                        <p:attrNameLst>
                                          <p:attrName>style.visibility</p:attrName>
                                        </p:attrNameLst>
                                      </p:cBhvr>
                                      <p:to>
                                        <p:strVal val="hidden"/>
                                      </p:to>
                                    </p:set>
                                  </p:childTnLst>
                                </p:cTn>
                              </p:par>
                              <p:par>
                                <p:cTn id="132" presetID="1" presetClass="exit" presetSubtype="0" fill="hold" grpId="0" nodeType="withEffect">
                                  <p:stCondLst>
                                    <p:cond delay="0"/>
                                  </p:stCondLst>
                                  <p:childTnLst>
                                    <p:set>
                                      <p:cBhvr>
                                        <p:cTn id="133" dur="1" fill="hold">
                                          <p:stCondLst>
                                            <p:cond delay="0"/>
                                          </p:stCondLst>
                                        </p:cTn>
                                        <p:tgtEl>
                                          <p:spTgt spid="1341393918"/>
                                        </p:tgtEl>
                                        <p:attrNameLst>
                                          <p:attrName>style.visibility</p:attrName>
                                        </p:attrNameLst>
                                      </p:cBhvr>
                                      <p:to>
                                        <p:strVal val="hidden"/>
                                      </p:to>
                                    </p:set>
                                  </p:childTnLst>
                                </p:cTn>
                              </p:par>
                              <p:par>
                                <p:cTn id="130" presetID="1" presetClass="exit" presetSubtype="0" fill="hold" grpId="0" nodeType="withEffect">
                                  <p:stCondLst>
                                    <p:cond delay="0"/>
                                  </p:stCondLst>
                                  <p:childTnLst>
                                    <p:set>
                                      <p:cBhvr>
                                        <p:cTn id="131" dur="1" fill="hold">
                                          <p:stCondLst>
                                            <p:cond delay="0"/>
                                          </p:stCondLst>
                                        </p:cTn>
                                        <p:tgtEl>
                                          <p:spTgt spid="874757372"/>
                                        </p:tgtEl>
                                        <p:attrNameLst>
                                          <p:attrName>style.visibility</p:attrName>
                                        </p:attrNameLst>
                                      </p:cBhvr>
                                      <p:to>
                                        <p:strVal val="hidden"/>
                                      </p:to>
                                    </p:set>
                                  </p:childTnLst>
                                </p:cTn>
                              </p:par>
                              <p:par>
                                <p:cTn id="128" presetID="1" presetClass="exit" presetSubtype="0" fill="hold" grpId="0" nodeType="withEffect">
                                  <p:stCondLst>
                                    <p:cond delay="0"/>
                                  </p:stCondLst>
                                  <p:childTnLst>
                                    <p:set>
                                      <p:cBhvr>
                                        <p:cTn id="129" dur="1" fill="hold">
                                          <p:stCondLst>
                                            <p:cond delay="0"/>
                                          </p:stCondLst>
                                        </p:cTn>
                                        <p:tgtEl>
                                          <p:spTgt spid="251954182"/>
                                        </p:tgtEl>
                                        <p:attrNameLst>
                                          <p:attrName>style.visibility</p:attrName>
                                        </p:attrNameLst>
                                      </p:cBhvr>
                                      <p:to>
                                        <p:strVal val="hidden"/>
                                      </p:to>
                                    </p:set>
                                  </p:childTnLst>
                                </p:cTn>
                              </p:par>
                              <p:par>
                                <p:cTn id="126" presetID="1" presetClass="exit" presetSubtype="0" fill="hold" grpId="0" nodeType="withEffect">
                                  <p:stCondLst>
                                    <p:cond delay="0"/>
                                  </p:stCondLst>
                                  <p:childTnLst>
                                    <p:set>
                                      <p:cBhvr>
                                        <p:cTn id="127" dur="1" fill="hold">
                                          <p:stCondLst>
                                            <p:cond delay="0"/>
                                          </p:stCondLst>
                                        </p:cTn>
                                        <p:tgtEl>
                                          <p:spTgt spid="161117687"/>
                                        </p:tgtEl>
                                        <p:attrNameLst>
                                          <p:attrName>style.visibility</p:attrName>
                                        </p:attrNameLst>
                                      </p:cBhvr>
                                      <p:to>
                                        <p:strVal val="hidden"/>
                                      </p:to>
                                    </p:set>
                                  </p:childTnLst>
                                </p:cTn>
                              </p:par>
                              <p:par>
                                <p:cTn id="124" presetID="1" presetClass="exit" presetSubtype="0" fill="hold" grpId="0" nodeType="withEffect">
                                  <p:stCondLst>
                                    <p:cond delay="0"/>
                                  </p:stCondLst>
                                  <p:childTnLst>
                                    <p:set>
                                      <p:cBhvr>
                                        <p:cTn id="125" dur="1" fill="hold">
                                          <p:stCondLst>
                                            <p:cond delay="0"/>
                                          </p:stCondLst>
                                        </p:cTn>
                                        <p:tgtEl>
                                          <p:spTgt spid="210707262"/>
                                        </p:tgtEl>
                                        <p:attrNameLst>
                                          <p:attrName>style.visibility</p:attrName>
                                        </p:attrNameLst>
                                      </p:cBhvr>
                                      <p:to>
                                        <p:strVal val="hidden"/>
                                      </p:to>
                                    </p:set>
                                  </p:childTnLst>
                                </p:cTn>
                              </p:par>
                              <p:par>
                                <p:cTn id="122" presetID="1" presetClass="exit" presetSubtype="0" fill="hold" grpId="0" nodeType="withEffect">
                                  <p:stCondLst>
                                    <p:cond delay="0"/>
                                  </p:stCondLst>
                                  <p:childTnLst>
                                    <p:set>
                                      <p:cBhvr>
                                        <p:cTn id="123" dur="1" fill="hold">
                                          <p:stCondLst>
                                            <p:cond delay="0"/>
                                          </p:stCondLst>
                                        </p:cTn>
                                        <p:tgtEl>
                                          <p:spTgt spid="915499157"/>
                                        </p:tgtEl>
                                        <p:attrNameLst>
                                          <p:attrName>style.visibility</p:attrName>
                                        </p:attrNameLst>
                                      </p:cBhvr>
                                      <p:to>
                                        <p:strVal val="hidden"/>
                                      </p:to>
                                    </p:set>
                                  </p:childTnLst>
                                </p:cTn>
                              </p:par>
                              <p:par>
                                <p:cTn id="120" presetID="1" presetClass="exit" presetSubtype="0" fill="hold" grpId="0" nodeType="withEffect">
                                  <p:stCondLst>
                                    <p:cond delay="0"/>
                                  </p:stCondLst>
                                  <p:childTnLst>
                                    <p:set>
                                      <p:cBhvr>
                                        <p:cTn id="121" dur="1" fill="hold">
                                          <p:stCondLst>
                                            <p:cond delay="0"/>
                                          </p:stCondLst>
                                        </p:cTn>
                                        <p:tgtEl>
                                          <p:spTgt spid="284767524"/>
                                        </p:tgtEl>
                                        <p:attrNameLst>
                                          <p:attrName>style.visibility</p:attrName>
                                        </p:attrNameLst>
                                      </p:cBhvr>
                                      <p:to>
                                        <p:strVal val="hidden"/>
                                      </p:to>
                                    </p:set>
                                  </p:childTnLst>
                                </p:cTn>
                              </p:par>
                            </p:childTnLst>
                          </p:cTn>
                        </p:par>
                      </p:childTnLst>
                    </p:cTn>
                  </p:par>
                  <p:par>
                    <p:cTn id="108" fill="hold">
                      <p:stCondLst>
                        <p:cond delay="indefinite"/>
                      </p:stCondLst>
                      <p:childTnLst>
                        <p:par>
                          <p:cTn id="115" fill="hold">
                            <p:stCondLst>
                              <p:cond delay="0"/>
                            </p:stCondLst>
                            <p:childTnLst>
                              <p:par>
                                <p:cTn id="116" presetID="57" presetClass="path" presetSubtype="0" accel="50000" decel="50000" fill="hold" grpId="0" nodeType="clickEffect">
                                  <p:stCondLst>
                                    <p:cond delay="0"/>
                                  </p:stCondLst>
                                  <p:childTnLst>
                                    <p:animMotion origin="layout" path="M 0 -0.087 L 0 -0.247 C 0 -0.32 0.03 -0.41 0.05 -0.41 L 0.099 -0.41" pathEditMode="relative" ptsTypes="">
                                      <p:cBhvr>
                                        <p:cTn id="117" dur="2000" fill="hold"/>
                                        <p:tgtEl>
                                          <p:spTgt spid="668167002"/>
                                        </p:tgtEl>
                                        <p:attrNameLst>
                                          <p:attrName>ppt_x</p:attrName>
                                          <p:attrName>ppt_y</p:attrName>
                                        </p:attrNameLst>
                                      </p:cBhvr>
                                    </p:animMotion>
                                  </p:childTnLst>
                                </p:cTn>
                              </p:par>
                            </p:childTnLst>
                          </p:cTn>
                        </p:par>
                        <p:par>
                          <p:cTn id="112" fill="hold">
                            <p:stCondLst>
                              <p:cond delay="2000"/>
                            </p:stCondLst>
                            <p:childTnLst>
                              <p:par>
                                <p:cTn id="113" presetID="1" presetClass="exit" presetSubtype="0" fill="hold" grpId="0" nodeType="afterEffect">
                                  <p:stCondLst>
                                    <p:cond delay="0"/>
                                  </p:stCondLst>
                                  <p:childTnLst>
                                    <p:set>
                                      <p:cBhvr>
                                        <p:cTn id="114" dur="1" fill="hold">
                                          <p:stCondLst>
                                            <p:cond delay="0"/>
                                          </p:stCondLst>
                                        </p:cTn>
                                        <p:tgtEl>
                                          <p:spTgt spid="668167002"/>
                                        </p:tgtEl>
                                        <p:attrNameLst>
                                          <p:attrName>style.visibility</p:attrName>
                                        </p:attrNameLst>
                                      </p:cBhvr>
                                      <p:to>
                                        <p:strVal val="hidden"/>
                                      </p:to>
                                    </p:set>
                                  </p:childTnLst>
                                </p:cTn>
                              </p:par>
                            </p:childTnLst>
                          </p:cTn>
                        </p:par>
                        <p:par>
                          <p:cTn id="109" fill="hold">
                            <p:stCondLst>
                              <p:cond delay="2001"/>
                            </p:stCondLst>
                            <p:childTnLst>
                              <p:par>
                                <p:cTn id="110" presetID="1" presetClass="entr" presetSubtype="0" fill="hold" grpId="0" nodeType="afterEffect">
                                  <p:stCondLst>
                                    <p:cond delay="0"/>
                                  </p:stCondLst>
                                  <p:childTnLst>
                                    <p:set>
                                      <p:cBhvr>
                                        <p:cTn id="111" dur="1" fill="hold">
                                          <p:stCondLst>
                                            <p:cond delay="0"/>
                                          </p:stCondLst>
                                        </p:cTn>
                                        <p:tgtEl>
                                          <p:spTgt spid="731349895"/>
                                        </p:tgtEl>
                                        <p:attrNameLst>
                                          <p:attrName>style.visibility</p:attrName>
                                        </p:attrNameLst>
                                      </p:cBhvr>
                                      <p:to>
                                        <p:strVal val="visible"/>
                                      </p:to>
                                    </p:set>
                                  </p:childTnLst>
                                </p:cTn>
                              </p:par>
                            </p:childTnLst>
                          </p:cTn>
                        </p:par>
                      </p:childTnLst>
                    </p:cTn>
                  </p:par>
                  <p:par>
                    <p:cTn id="92" fill="hold">
                      <p:stCondLst>
                        <p:cond delay="indefinite"/>
                      </p:stCondLst>
                      <p:childTnLst>
                        <p:par>
                          <p:cTn id="105" fill="hold">
                            <p:stCondLst>
                              <p:cond delay="0"/>
                            </p:stCondLst>
                            <p:childTnLst>
                              <p:par>
                                <p:cTn id="106" presetID="36" presetClass="path" presetSubtype="0" accel="50000" decel="50000" fill="hold" grpId="0" nodeType="clickEffect">
                                  <p:stCondLst>
                                    <p:cond delay="0"/>
                                  </p:stCondLst>
                                  <p:childTnLst>
                                    <p:animMotion origin="layout" path="M 0 0.057 L 0 0.155 C 0 0.199 0.054 0.252 0.097 0.252 L 0.194 0.252" pathEditMode="relative" ptsTypes="">
                                      <p:cBhvr>
                                        <p:cTn id="107" dur="2000" fill="hold"/>
                                        <p:tgtEl>
                                          <p:spTgt spid="731349895"/>
                                        </p:tgtEl>
                                        <p:attrNameLst>
                                          <p:attrName>ppt_x</p:attrName>
                                          <p:attrName>ppt_y</p:attrName>
                                        </p:attrNameLst>
                                      </p:cBhvr>
                                    </p:animMotion>
                                  </p:childTnLst>
                                </p:cTn>
                              </p:par>
                            </p:childTnLst>
                          </p:cTn>
                        </p:par>
                        <p:par>
                          <p:cTn id="102" fill="hold">
                            <p:stCondLst>
                              <p:cond delay="2000"/>
                            </p:stCondLst>
                            <p:childTnLst>
                              <p:par>
                                <p:cTn id="103" presetID="1" presetClass="exit" presetSubtype="0" fill="hold" grpId="0" nodeType="afterEffect">
                                  <p:stCondLst>
                                    <p:cond delay="0"/>
                                  </p:stCondLst>
                                  <p:childTnLst>
                                    <p:set>
                                      <p:cBhvr>
                                        <p:cTn id="104" dur="1" fill="hold">
                                          <p:stCondLst>
                                            <p:cond delay="0"/>
                                          </p:stCondLst>
                                        </p:cTn>
                                        <p:tgtEl>
                                          <p:spTgt spid="731349895"/>
                                        </p:tgtEl>
                                        <p:attrNameLst>
                                          <p:attrName>style.visibility</p:attrName>
                                        </p:attrNameLst>
                                      </p:cBhvr>
                                      <p:to>
                                        <p:strVal val="hidden"/>
                                      </p:to>
                                    </p:set>
                                  </p:childTnLst>
                                </p:cTn>
                              </p:par>
                            </p:childTnLst>
                          </p:cTn>
                        </p:par>
                        <p:par>
                          <p:cTn id="99" fill="hold">
                            <p:stCondLst>
                              <p:cond delay="2001"/>
                            </p:stCondLst>
                            <p:childTnLst>
                              <p:par>
                                <p:cTn id="100" presetID="1" presetClass="entr" presetSubtype="0" fill="hold" grpId="0" nodeType="afterEffect">
                                  <p:stCondLst>
                                    <p:cond delay="0"/>
                                  </p:stCondLst>
                                  <p:childTnLst>
                                    <p:set>
                                      <p:cBhvr>
                                        <p:cTn id="101" dur="1" fill="hold">
                                          <p:stCondLst>
                                            <p:cond delay="0"/>
                                          </p:stCondLst>
                                        </p:cTn>
                                        <p:tgtEl>
                                          <p:spTgt spid="1051766119"/>
                                        </p:tgtEl>
                                        <p:attrNameLst>
                                          <p:attrName>style.visibility</p:attrName>
                                        </p:attrNameLst>
                                      </p:cBhvr>
                                      <p:to>
                                        <p:strVal val="visible"/>
                                      </p:to>
                                    </p:set>
                                  </p:childTnLst>
                                </p:cTn>
                              </p:par>
                            </p:childTnLst>
                          </p:cTn>
                        </p:par>
                        <p:par>
                          <p:cTn id="96" fill="hold">
                            <p:stCondLst>
                              <p:cond delay="2002"/>
                            </p:stCondLst>
                            <p:childTnLst>
                              <p:par>
                                <p:cTn id="97" presetID="1" presetClass="entr" presetSubtype="0" fill="hold" grpId="0" nodeType="afterEffect">
                                  <p:stCondLst>
                                    <p:cond delay="0"/>
                                  </p:stCondLst>
                                  <p:childTnLst>
                                    <p:set>
                                      <p:cBhvr>
                                        <p:cTn id="98" dur="1" fill="hold">
                                          <p:stCondLst>
                                            <p:cond delay="0"/>
                                          </p:stCondLst>
                                        </p:cTn>
                                        <p:tgtEl>
                                          <p:spTgt spid="1324678235"/>
                                        </p:tgtEl>
                                        <p:attrNameLst>
                                          <p:attrName>style.visibility</p:attrName>
                                        </p:attrNameLst>
                                      </p:cBhvr>
                                      <p:to>
                                        <p:strVal val="visible"/>
                                      </p:to>
                                    </p:set>
                                  </p:childTnLst>
                                </p:cTn>
                              </p:par>
                            </p:childTnLst>
                          </p:cTn>
                        </p:par>
                        <p:par>
                          <p:cTn id="93" fill="hold">
                            <p:stCondLst>
                              <p:cond delay="2003"/>
                            </p:stCondLst>
                            <p:childTnLst>
                              <p:par>
                                <p:cTn id="94" presetID="1" presetClass="entr" presetSubtype="0" fill="hold" grpId="0" nodeType="afterEffect">
                                  <p:stCondLst>
                                    <p:cond delay="0"/>
                                  </p:stCondLst>
                                  <p:childTnLst>
                                    <p:set>
                                      <p:cBhvr>
                                        <p:cTn id="95" dur="1" fill="hold">
                                          <p:stCondLst>
                                            <p:cond delay="0"/>
                                          </p:stCondLst>
                                        </p:cTn>
                                        <p:tgtEl>
                                          <p:spTgt spid="1106168560"/>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90" presetID="43" presetClass="path" presetSubtype="0" accel="50000" decel="50000" fill="hold" grpId="0" nodeType="clickEffect">
                                  <p:stCondLst>
                                    <p:cond delay="0"/>
                                  </p:stCondLst>
                                  <p:childTnLst>
                                    <p:animMotion origin="layout" path="M 0 0 L 0.027 0 C 0.039 0 0.053 -0.069 0.053 -0.132 L 0.053 -0.272" pathEditMode="relative" ptsTypes="">
                                      <p:cBhvr>
                                        <p:cTn id="91" dur="2000" fill="hold"/>
                                        <p:tgtEl>
                                          <p:spTgt spid="1106168560"/>
                                        </p:tgtEl>
                                        <p:attrNameLst>
                                          <p:attrName>ppt_x</p:attrName>
                                          <p:attrName>ppt_y</p:attrName>
                                        </p:attrNameLst>
                                      </p:cBhvr>
                                    </p:animMotion>
                                  </p:childTnLst>
                                </p:cTn>
                              </p:par>
                              <p:par>
                                <p:cTn id="88" presetID="43" presetClass="path" presetSubtype="0" accel="50000" decel="50000" fill="hold" grpId="0" nodeType="withEffect">
                                  <p:stCondLst>
                                    <p:cond delay="0"/>
                                  </p:stCondLst>
                                  <p:childTnLst>
                                    <p:animMotion origin="layout" path="M 0 0 L 0.105 0 C 0.152 0 0.21 -0.057 0.21 -0.106 L 0.21 -0.216" pathEditMode="relative" ptsTypes="">
                                      <p:cBhvr>
                                        <p:cTn id="89" dur="2000" fill="hold"/>
                                        <p:tgtEl>
                                          <p:spTgt spid="1324678235"/>
                                        </p:tgtEl>
                                        <p:attrNameLst>
                                          <p:attrName>ppt_x</p:attrName>
                                          <p:attrName>ppt_y</p:attrName>
                                        </p:attrNameLst>
                                      </p:cBhvr>
                                    </p:animMotion>
                                  </p:childTnLst>
                                </p:cTn>
                              </p:par>
                              <p:par>
                                <p:cTn id="86" presetID="1" presetClass="exit" presetSubtype="0" fill="hold" grpId="0" nodeType="withEffect">
                                  <p:stCondLst>
                                    <p:cond delay="0"/>
                                  </p:stCondLst>
                                  <p:childTnLst>
                                    <p:set>
                                      <p:cBhvr>
                                        <p:cTn id="87" dur="1" fill="hold">
                                          <p:stCondLst>
                                            <p:cond delay="0"/>
                                          </p:stCondLst>
                                        </p:cTn>
                                        <p:tgtEl>
                                          <p:spTgt spid="1051766119"/>
                                        </p:tgtEl>
                                        <p:attrNameLst>
                                          <p:attrName>style.visibility</p:attrName>
                                        </p:attrNameLst>
                                      </p:cBhvr>
                                      <p:to>
                                        <p:strVal val="hidden"/>
                                      </p:to>
                                    </p:set>
                                  </p:childTnLst>
                                </p:cTn>
                              </p:par>
                            </p:childTnLst>
                          </p:cTn>
                        </p:par>
                      </p:childTnLst>
                    </p:cTn>
                  </p:par>
                  <p:par>
                    <p:cTn id="71"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917451554"/>
                                        </p:tgtEl>
                                        <p:attrNameLst>
                                          <p:attrName>style.visibility</p:attrName>
                                        </p:attrNameLst>
                                      </p:cBhvr>
                                      <p:to>
                                        <p:strVal val="visible"/>
                                      </p:to>
                                    </p:set>
                                  </p:childTnLst>
                                </p:cTn>
                              </p:par>
                            </p:childTnLst>
                          </p:cTn>
                        </p:par>
                        <p:par>
                          <p:cTn id="78" fill="hold">
                            <p:stCondLst>
                              <p:cond delay="1"/>
                            </p:stCondLst>
                            <p:childTnLst>
                              <p:par>
                                <p:cTn id="79" presetID="1" presetClass="entr" presetSubtype="0" fill="hold" grpId="0" nodeType="afterEffect">
                                  <p:stCondLst>
                                    <p:cond delay="0"/>
                                  </p:stCondLst>
                                  <p:childTnLst>
                                    <p:set>
                                      <p:cBhvr>
                                        <p:cTn id="80" dur="1" fill="hold">
                                          <p:stCondLst>
                                            <p:cond delay="0"/>
                                          </p:stCondLst>
                                        </p:cTn>
                                        <p:tgtEl>
                                          <p:spTgt spid="633555870"/>
                                        </p:tgtEl>
                                        <p:attrNameLst>
                                          <p:attrName>style.visibility</p:attrName>
                                        </p:attrNameLst>
                                      </p:cBhvr>
                                      <p:to>
                                        <p:strVal val="visible"/>
                                      </p:to>
                                    </p:set>
                                  </p:childTnLst>
                                </p:cTn>
                              </p:par>
                            </p:childTnLst>
                          </p:cTn>
                        </p:par>
                        <p:par>
                          <p:cTn id="75" fill="hold">
                            <p:stCondLst>
                              <p:cond delay="2"/>
                            </p:stCondLst>
                            <p:childTnLst>
                              <p:par>
                                <p:cTn id="76" presetID="1" presetClass="exit" presetSubtype="0" fill="hold" grpId="0" nodeType="afterEffect">
                                  <p:stCondLst>
                                    <p:cond delay="0"/>
                                  </p:stCondLst>
                                  <p:childTnLst>
                                    <p:set>
                                      <p:cBhvr>
                                        <p:cTn id="77" dur="1" fill="hold">
                                          <p:stCondLst>
                                            <p:cond delay="0"/>
                                          </p:stCondLst>
                                        </p:cTn>
                                        <p:tgtEl>
                                          <p:spTgt spid="1106168560"/>
                                        </p:tgtEl>
                                        <p:attrNameLst>
                                          <p:attrName>style.visibility</p:attrName>
                                        </p:attrNameLst>
                                      </p:cBhvr>
                                      <p:to>
                                        <p:strVal val="hidden"/>
                                      </p:to>
                                    </p:set>
                                  </p:childTnLst>
                                </p:cTn>
                              </p:par>
                            </p:childTnLst>
                          </p:cTn>
                        </p:par>
                        <p:par>
                          <p:cTn id="72" fill="hold">
                            <p:stCondLst>
                              <p:cond delay="3"/>
                            </p:stCondLst>
                            <p:childTnLst>
                              <p:par>
                                <p:cTn id="73" presetID="1" presetClass="exit" presetSubtype="0" fill="hold" grpId="0" nodeType="afterEffect">
                                  <p:stCondLst>
                                    <p:cond delay="0"/>
                                  </p:stCondLst>
                                  <p:childTnLst>
                                    <p:set>
                                      <p:cBhvr>
                                        <p:cTn id="74" dur="1" fill="hold">
                                          <p:stCondLst>
                                            <p:cond delay="0"/>
                                          </p:stCondLst>
                                        </p:cTn>
                                        <p:tgtEl>
                                          <p:spTgt spid="1324678235"/>
                                        </p:tgtEl>
                                        <p:attrNameLst>
                                          <p:attrName>style.visibility</p:attrName>
                                        </p:attrNameLst>
                                      </p:cBhvr>
                                      <p:to>
                                        <p:strVal val="hidden"/>
                                      </p:to>
                                    </p:set>
                                  </p:childTnLst>
                                </p:cTn>
                              </p:par>
                            </p:childTnLst>
                          </p:cTn>
                        </p:par>
                      </p:childTnLst>
                    </p:cTn>
                  </p:par>
                  <p:par>
                    <p:cTn id="57" fill="hold">
                      <p:stCondLst>
                        <p:cond delay="indefinite"/>
                      </p:stCondLst>
                      <p:childTnLst>
                        <p:par>
                          <p:cTn id="66" fill="hold">
                            <p:stCondLst>
                              <p:cond delay="0"/>
                            </p:stCondLst>
                            <p:childTnLst>
                              <p:par>
                                <p:cTn id="69" presetID="0" presetClass="path" presetSubtype="0" accel="50000" decel="50000" fill="hold" grpId="0" nodeType="clickEffect">
                                  <p:stCondLst>
                                    <p:cond delay="0"/>
                                  </p:stCondLst>
                                  <p:childTnLst>
                                    <p:animMotion origin="layout" path="M 0.001 0 L 0.003 0.087 C 0.001 0.186 0.003 0.119 0.003 0.185 L -0.052 0.188" pathEditMode="relative" ptsTypes="">
                                      <p:cBhvr>
                                        <p:cTn id="70" dur="2000" fill="hold"/>
                                        <p:tgtEl>
                                          <p:spTgt spid="633555870"/>
                                        </p:tgtEl>
                                        <p:attrNameLst>
                                          <p:attrName>ppt_x</p:attrName>
                                          <p:attrName>ppt_y</p:attrName>
                                        </p:attrNameLst>
                                      </p:cBhvr>
                                    </p:animMotion>
                                  </p:childTnLst>
                                </p:cTn>
                              </p:par>
                              <p:par>
                                <p:cTn id="67" presetID="0" presetClass="path" presetSubtype="0" accel="50000" decel="50000" fill="hold" grpId="0" nodeType="withEffect">
                                  <p:stCondLst>
                                    <p:cond delay="0"/>
                                  </p:stCondLst>
                                  <p:childTnLst>
                                    <p:animMotion origin="layout" path="M 0.001 0.039 L 0.006 0.195 L 0 0.223 L -0.032 0.227 L -0.165 0.217" pathEditMode="relative" ptsTypes="">
                                      <p:cBhvr>
                                        <p:cTn id="68" dur="2000" fill="hold"/>
                                        <p:tgtEl>
                                          <p:spTgt spid="917451554"/>
                                        </p:tgtEl>
                                        <p:attrNameLst>
                                          <p:attrName>ppt_x</p:attrName>
                                          <p:attrName>ppt_y</p:attrName>
                                        </p:attrNameLst>
                                      </p:cBhvr>
                                    </p:animMotion>
                                  </p:childTnLst>
                                </p:cTn>
                              </p:par>
                            </p:childTnLst>
                          </p:cTn>
                        </p:par>
                        <p:par>
                          <p:cTn id="63" fill="hold">
                            <p:stCondLst>
                              <p:cond delay="2000"/>
                            </p:stCondLst>
                            <p:childTnLst>
                              <p:par>
                                <p:cTn id="64" presetID="1" presetClass="entr" presetSubtype="0" fill="hold" grpId="0" nodeType="afterEffect">
                                  <p:stCondLst>
                                    <p:cond delay="0"/>
                                  </p:stCondLst>
                                  <p:childTnLst>
                                    <p:set>
                                      <p:cBhvr>
                                        <p:cTn id="65" dur="1" fill="hold">
                                          <p:stCondLst>
                                            <p:cond delay="0"/>
                                          </p:stCondLst>
                                        </p:cTn>
                                        <p:tgtEl>
                                          <p:spTgt spid="1786960334"/>
                                        </p:tgtEl>
                                        <p:attrNameLst>
                                          <p:attrName>style.visibility</p:attrName>
                                        </p:attrNameLst>
                                      </p:cBhvr>
                                      <p:to>
                                        <p:strVal val="visible"/>
                                      </p:to>
                                    </p:set>
                                  </p:childTnLst>
                                </p:cTn>
                              </p:par>
                            </p:childTnLst>
                          </p:cTn>
                        </p:par>
                        <p:par>
                          <p:cTn id="58" fill="hold">
                            <p:stCondLst>
                              <p:cond delay="2001"/>
                            </p:stCondLst>
                            <p:childTnLst>
                              <p:par>
                                <p:cTn id="61" presetID="1" presetClass="entr" presetSubtype="0" fill="hold" grpId="0" nodeType="afterEffect">
                                  <p:stCondLst>
                                    <p:cond delay="0"/>
                                  </p:stCondLst>
                                  <p:childTnLst>
                                    <p:set>
                                      <p:cBhvr>
                                        <p:cTn id="62" dur="1" fill="hold">
                                          <p:stCondLst>
                                            <p:cond delay="0"/>
                                          </p:stCondLst>
                                        </p:cTn>
                                        <p:tgtEl>
                                          <p:spTgt spid="809796265"/>
                                        </p:tgtEl>
                                        <p:attrNameLst>
                                          <p:attrName>style.visibility</p:attrName>
                                        </p:attrNameLst>
                                      </p:cBhvr>
                                      <p:to>
                                        <p:strVal val="visible"/>
                                      </p:to>
                                    </p:set>
                                  </p:childTnLst>
                                </p:cTn>
                              </p:par>
                              <p:par>
                                <p:cTn id="59" presetID="1" presetClass="exit" presetSubtype="0" fill="hold" grpId="0" nodeType="withEffect">
                                  <p:stCondLst>
                                    <p:cond delay="0"/>
                                  </p:stCondLst>
                                  <p:childTnLst>
                                    <p:set>
                                      <p:cBhvr>
                                        <p:cTn id="60" dur="1" fill="hold">
                                          <p:stCondLst>
                                            <p:cond delay="0"/>
                                          </p:stCondLst>
                                        </p:cTn>
                                        <p:tgtEl>
                                          <p:spTgt spid="633555870"/>
                                        </p:tgtEl>
                                        <p:attrNameLst>
                                          <p:attrName>style.visibility</p:attrName>
                                        </p:attrNameLst>
                                      </p:cBhvr>
                                      <p:to>
                                        <p:strVal val="hidden"/>
                                      </p:to>
                                    </p:set>
                                  </p:childTnLst>
                                </p:cTn>
                              </p:par>
                            </p:childTnLst>
                          </p:cTn>
                        </p:par>
                      </p:childTnLst>
                    </p:cTn>
                  </p:par>
                  <p:par>
                    <p:cTn id="48" fill="hold">
                      <p:stCondLst>
                        <p:cond delay="indefinite"/>
                      </p:stCondLst>
                      <p:childTnLst>
                        <p:par>
                          <p:cTn id="54" fill="hold">
                            <p:stCondLst>
                              <p:cond delay="0"/>
                            </p:stCondLst>
                            <p:childTnLst>
                              <p:par>
                                <p:cTn id="55" presetID="43" presetClass="path" presetSubtype="0" accel="50000" decel="50000" fill="hold" grpId="0" nodeType="clickEffect">
                                  <p:stCondLst>
                                    <p:cond delay="0"/>
                                  </p:stCondLst>
                                  <p:childTnLst>
                                    <p:animMotion origin="layout" path="M 0 0 L 0.105 0 C 0.152 0 0.21 -0.054 0.21 -0.105 L 0.21 -0.216" pathEditMode="relative" ptsTypes="">
                                      <p:cBhvr>
                                        <p:cTn id="56" dur="2000" fill="hold"/>
                                        <p:tgtEl>
                                          <p:spTgt spid="1786960334"/>
                                        </p:tgtEl>
                                        <p:attrNameLst>
                                          <p:attrName>ppt_x</p:attrName>
                                          <p:attrName>ppt_y</p:attrName>
                                        </p:attrNameLst>
                                      </p:cBhvr>
                                    </p:animMotion>
                                  </p:childTnLst>
                                </p:cTn>
                              </p:par>
                            </p:childTnLst>
                          </p:cTn>
                        </p:par>
                        <p:par>
                          <p:cTn id="49" fill="hold">
                            <p:stCondLst>
                              <p:cond delay="2000"/>
                            </p:stCondLst>
                            <p:childTnLst>
                              <p:par>
                                <p:cTn id="52" presetID="1" presetClass="entr" presetSubtype="0" fill="hold" grpId="0" nodeType="afterEffect">
                                  <p:stCondLst>
                                    <p:cond delay="0"/>
                                  </p:stCondLst>
                                  <p:childTnLst>
                                    <p:set>
                                      <p:cBhvr>
                                        <p:cTn id="53" dur="1" fill="hold">
                                          <p:stCondLst>
                                            <p:cond delay="0"/>
                                          </p:stCondLst>
                                        </p:cTn>
                                        <p:tgtEl>
                                          <p:spTgt spid="1341393918"/>
                                        </p:tgtEl>
                                        <p:attrNameLst>
                                          <p:attrName>style.visibility</p:attrName>
                                        </p:attrNameLst>
                                      </p:cBhvr>
                                      <p:to>
                                        <p:strVal val="visible"/>
                                      </p:to>
                                    </p:set>
                                  </p:childTnLst>
                                </p:cTn>
                              </p:par>
                              <p:par>
                                <p:cTn id="50" presetID="1" presetClass="exit" presetSubtype="0" fill="hold" grpId="0" nodeType="withEffect">
                                  <p:stCondLst>
                                    <p:cond delay="0"/>
                                  </p:stCondLst>
                                  <p:childTnLst>
                                    <p:set>
                                      <p:cBhvr>
                                        <p:cTn id="51" dur="1" fill="hold">
                                          <p:stCondLst>
                                            <p:cond delay="0"/>
                                          </p:stCondLst>
                                        </p:cTn>
                                        <p:tgtEl>
                                          <p:spTgt spid="1786960334"/>
                                        </p:tgtEl>
                                        <p:attrNameLst>
                                          <p:attrName>style.visibility</p:attrName>
                                        </p:attrNameLst>
                                      </p:cBhvr>
                                      <p:to>
                                        <p:strVal val="hidden"/>
                                      </p:to>
                                    </p:set>
                                  </p:childTnLst>
                                </p:cTn>
                              </p:par>
                            </p:childTnLst>
                          </p:cTn>
                        </p:par>
                      </p:childTnLst>
                    </p:cTn>
                  </p:par>
                  <p:par>
                    <p:cTn id="32" fill="hold">
                      <p:stCondLst>
                        <p:cond delay="indefinite"/>
                      </p:stCondLst>
                      <p:childTnLst>
                        <p:par>
                          <p:cTn id="45" fill="hold">
                            <p:stCondLst>
                              <p:cond delay="0"/>
                            </p:stCondLst>
                            <p:childTnLst>
                              <p:par>
                                <p:cTn id="46" presetID="0" presetClass="path" presetSubtype="0" accel="50000" decel="50000" fill="hold" grpId="0" nodeType="clickEffect">
                                  <p:stCondLst>
                                    <p:cond delay="0"/>
                                  </p:stCondLst>
                                  <p:childTnLst>
                                    <p:animMotion origin="layout" path="M 0 0 L 0 0.27 L 0 0.289 L -0.018 0.304 L -0.165 0.301" pathEditMode="relative" ptsTypes="">
                                      <p:cBhvr>
                                        <p:cTn id="47" dur="2000" fill="hold"/>
                                        <p:tgtEl>
                                          <p:spTgt spid="1341393918"/>
                                        </p:tgtEl>
                                        <p:attrNameLst>
                                          <p:attrName>ppt_x</p:attrName>
                                          <p:attrName>ppt_y</p:attrName>
                                        </p:attrNameLst>
                                      </p:cBhvr>
                                    </p:animMotion>
                                  </p:childTnLst>
                                </p:cTn>
                              </p:par>
                            </p:childTnLst>
                          </p:cTn>
                        </p:par>
                        <p:par>
                          <p:cTn id="42" fill="hold">
                            <p:stCondLst>
                              <p:cond delay="2000"/>
                            </p:stCondLst>
                            <p:childTnLst>
                              <p:par>
                                <p:cTn id="43" presetID="1" presetClass="exit" presetSubtype="0" fill="hold" grpId="0" nodeType="afterEffect">
                                  <p:stCondLst>
                                    <p:cond delay="0"/>
                                  </p:stCondLst>
                                  <p:childTnLst>
                                    <p:set>
                                      <p:cBhvr>
                                        <p:cTn id="44" dur="1" fill="hold">
                                          <p:stCondLst>
                                            <p:cond delay="0"/>
                                          </p:stCondLst>
                                        </p:cTn>
                                        <p:tgtEl>
                                          <p:spTgt spid="1341393918"/>
                                        </p:tgtEl>
                                        <p:attrNameLst>
                                          <p:attrName>style.visibility</p:attrName>
                                        </p:attrNameLst>
                                      </p:cBhvr>
                                      <p:to>
                                        <p:strVal val="hidden"/>
                                      </p:to>
                                    </p:set>
                                  </p:childTnLst>
                                </p:cTn>
                              </p:par>
                            </p:childTnLst>
                          </p:cTn>
                        </p:par>
                        <p:par>
                          <p:cTn id="39" fill="hold">
                            <p:stCondLst>
                              <p:cond delay="2001"/>
                            </p:stCondLst>
                            <p:childTnLst>
                              <p:par>
                                <p:cTn id="40" presetID="1" presetClass="entr" presetSubtype="0" fill="hold" grpId="0" nodeType="afterEffect">
                                  <p:stCondLst>
                                    <p:cond delay="0"/>
                                  </p:stCondLst>
                                  <p:childTnLst>
                                    <p:set>
                                      <p:cBhvr>
                                        <p:cTn id="41" dur="1" fill="hold">
                                          <p:stCondLst>
                                            <p:cond delay="0"/>
                                          </p:stCondLst>
                                        </p:cTn>
                                        <p:tgtEl>
                                          <p:spTgt spid="874757372"/>
                                        </p:tgtEl>
                                        <p:attrNameLst>
                                          <p:attrName>style.visibility</p:attrName>
                                        </p:attrNameLst>
                                      </p:cBhvr>
                                      <p:to>
                                        <p:strVal val="visible"/>
                                      </p:to>
                                    </p:set>
                                  </p:childTnLst>
                                </p:cTn>
                              </p:par>
                            </p:childTnLst>
                          </p:cTn>
                        </p:par>
                        <p:par>
                          <p:cTn id="36" fill="hold">
                            <p:stCondLst>
                              <p:cond delay="2002"/>
                            </p:stCondLst>
                            <p:childTnLst>
                              <p:par>
                                <p:cTn id="37" presetID="1" presetClass="entr" presetSubtype="0" fill="hold" grpId="0" nodeType="afterEffect">
                                  <p:stCondLst>
                                    <p:cond delay="0"/>
                                  </p:stCondLst>
                                  <p:childTnLst>
                                    <p:set>
                                      <p:cBhvr>
                                        <p:cTn id="38" dur="1" fill="hold">
                                          <p:stCondLst>
                                            <p:cond delay="0"/>
                                          </p:stCondLst>
                                        </p:cTn>
                                        <p:tgtEl>
                                          <p:spTgt spid="251954182"/>
                                        </p:tgtEl>
                                        <p:attrNameLst>
                                          <p:attrName>style.visibility</p:attrName>
                                        </p:attrNameLst>
                                      </p:cBhvr>
                                      <p:to>
                                        <p:strVal val="visible"/>
                                      </p:to>
                                    </p:set>
                                  </p:childTnLst>
                                </p:cTn>
                              </p:par>
                            </p:childTnLst>
                          </p:cTn>
                        </p:par>
                        <p:par>
                          <p:cTn id="33" fill="hold">
                            <p:stCondLst>
                              <p:cond delay="2003"/>
                            </p:stCondLst>
                            <p:childTnLst>
                              <p:par>
                                <p:cTn id="34" presetID="1" presetClass="exit" presetSubtype="0" fill="hold" grpId="0" nodeType="afterEffect">
                                  <p:stCondLst>
                                    <p:cond delay="0"/>
                                  </p:stCondLst>
                                  <p:childTnLst>
                                    <p:set>
                                      <p:cBhvr>
                                        <p:cTn id="35" dur="1" fill="hold">
                                          <p:stCondLst>
                                            <p:cond delay="0"/>
                                          </p:stCondLst>
                                        </p:cTn>
                                        <p:tgtEl>
                                          <p:spTgt spid="809796265"/>
                                        </p:tgtEl>
                                        <p:attrNameLst>
                                          <p:attrName>style.visibility</p:attrName>
                                        </p:attrNameLst>
                                      </p:cBhvr>
                                      <p:to>
                                        <p:strVal val="hidden"/>
                                      </p:to>
                                    </p:set>
                                  </p:childTnLst>
                                </p:cTn>
                              </p:par>
                            </p:childTnLst>
                          </p:cTn>
                        </p:par>
                      </p:childTnLst>
                    </p:cTn>
                  </p:par>
                  <p:par>
                    <p:cTn id="3" fill="hold">
                      <p:stCondLst>
                        <p:cond delay="indefinite"/>
                      </p:stCondLst>
                      <p:childTnLst>
                        <p:par>
                          <p:cTn id="29" fill="hold">
                            <p:stCondLst>
                              <p:cond delay="0"/>
                            </p:stCondLst>
                            <p:childTnLst>
                              <p:par>
                                <p:cTn id="30" presetID="0" presetClass="path" presetSubtype="0" accel="50000" decel="50000" fill="hold" grpId="0" nodeType="clickEffect">
                                  <p:stCondLst>
                                    <p:cond delay="0"/>
                                  </p:stCondLst>
                                  <p:childTnLst>
                                    <p:animMotion origin="layout" path="M 0.001 -0.001 L 0.125 0.001 L 0.126 -0.047 L 0.211 -0.045" pathEditMode="relative" ptsTypes="">
                                      <p:cBhvr>
                                        <p:cTn id="31" dur="2000" fill="hold"/>
                                        <p:tgtEl>
                                          <p:spTgt spid="251954182"/>
                                        </p:tgtEl>
                                        <p:attrNameLst>
                                          <p:attrName>ppt_x</p:attrName>
                                          <p:attrName>ppt_y</p:attrName>
                                        </p:attrNameLst>
                                      </p:cBhvr>
                                    </p:animMotion>
                                  </p:childTnLst>
                                </p:cTn>
                              </p:par>
                            </p:childTnLst>
                          </p:cTn>
                        </p:par>
                        <p:par>
                          <p:cTn id="26" fill="hold">
                            <p:stCondLst>
                              <p:cond delay="2000"/>
                            </p:stCondLst>
                            <p:childTnLst>
                              <p:par>
                                <p:cTn id="27" presetID="1" presetClass="entr" presetSubtype="0" fill="hold" grpId="0" nodeType="afterEffect">
                                  <p:stCondLst>
                                    <p:cond delay="0"/>
                                  </p:stCondLst>
                                  <p:childTnLst>
                                    <p:set>
                                      <p:cBhvr>
                                        <p:cTn id="28" dur="1" fill="hold">
                                          <p:stCondLst>
                                            <p:cond delay="0"/>
                                          </p:stCondLst>
                                        </p:cTn>
                                        <p:tgtEl>
                                          <p:spTgt spid="161117687"/>
                                        </p:tgtEl>
                                        <p:attrNameLst>
                                          <p:attrName>style.visibility</p:attrName>
                                        </p:attrNameLst>
                                      </p:cBhvr>
                                      <p:to>
                                        <p:strVal val="visible"/>
                                      </p:to>
                                    </p:set>
                                  </p:childTnLst>
                                </p:cTn>
                              </p:par>
                            </p:childTnLst>
                          </p:cTn>
                        </p:par>
                        <p:par>
                          <p:cTn id="23" fill="hold">
                            <p:stCondLst>
                              <p:cond delay="2001"/>
                            </p:stCondLst>
                            <p:childTnLst>
                              <p:par>
                                <p:cTn id="24" presetID="0" presetClass="path" presetSubtype="0" accel="50000" decel="50000" fill="hold" grpId="0" nodeType="afterEffect">
                                  <p:stCondLst>
                                    <p:cond delay="0"/>
                                  </p:stCondLst>
                                  <p:childTnLst>
                                    <p:animMotion origin="layout" path="M 0.001 -0.002 L 0.125 -0.002 L 0.148 -0.002 L 0.148 0.102 L 0.207 0.105" pathEditMode="relative" ptsTypes="">
                                      <p:cBhvr>
                                        <p:cTn id="25" dur="2000" fill="hold"/>
                                        <p:tgtEl>
                                          <p:spTgt spid="251954182"/>
                                        </p:tgtEl>
                                        <p:attrNameLst>
                                          <p:attrName>ppt_x</p:attrName>
                                          <p:attrName>ppt_y</p:attrName>
                                        </p:attrNameLst>
                                      </p:cBhvr>
                                    </p:animMotion>
                                  </p:childTnLst>
                                </p:cTn>
                              </p:par>
                            </p:childTnLst>
                          </p:cTn>
                        </p:par>
                        <p:par>
                          <p:cTn id="18" fill="hold">
                            <p:stCondLst>
                              <p:cond delay="4001"/>
                            </p:stCondLst>
                            <p:childTnLst>
                              <p:par>
                                <p:cTn id="21" presetID="1" presetClass="entr" presetSubtype="0" fill="hold" grpId="0" nodeType="afterEffect">
                                  <p:stCondLst>
                                    <p:cond delay="0"/>
                                  </p:stCondLst>
                                  <p:childTnLst>
                                    <p:set>
                                      <p:cBhvr>
                                        <p:cTn id="22" dur="1" fill="hold">
                                          <p:stCondLst>
                                            <p:cond delay="0"/>
                                          </p:stCondLst>
                                        </p:cTn>
                                        <p:tgtEl>
                                          <p:spTgt spid="210707262"/>
                                        </p:tgtEl>
                                        <p:attrNameLst>
                                          <p:attrName>style.visibility</p:attrName>
                                        </p:attrNameLst>
                                      </p:cBhvr>
                                      <p:to>
                                        <p:strVal val="visible"/>
                                      </p:to>
                                    </p:set>
                                  </p:childTnLst>
                                </p:cTn>
                              </p:par>
                              <p:par>
                                <p:cTn id="19" presetID="0" presetClass="path" presetSubtype="0" accel="50000" decel="50000" fill="hold" grpId="0" nodeType="withEffect">
                                  <p:stCondLst>
                                    <p:cond delay="0"/>
                                  </p:stCondLst>
                                  <p:childTnLst>
                                    <p:animMotion origin="layout" path="M 0.001 0 L 0.005 0.162" pathEditMode="relative" ptsTypes="">
                                      <p:cBhvr>
                                        <p:cTn id="20" dur="2000" fill="hold"/>
                                        <p:tgtEl>
                                          <p:spTgt spid="251954182"/>
                                        </p:tgtEl>
                                        <p:attrNameLst>
                                          <p:attrName>ppt_x</p:attrName>
                                          <p:attrName>ppt_y</p:attrName>
                                        </p:attrNameLst>
                                      </p:cBhvr>
                                    </p:animMotion>
                                  </p:childTnLst>
                                </p:cTn>
                              </p:par>
                            </p:childTnLst>
                          </p:cTn>
                        </p:par>
                        <p:par>
                          <p:cTn id="13" fill="hold">
                            <p:stCondLst>
                              <p:cond delay="6001"/>
                            </p:stCondLst>
                            <p:childTnLst>
                              <p:par>
                                <p:cTn id="16" presetID="1" presetClass="entr" presetSubtype="0" fill="hold" grpId="0" nodeType="afterEffect">
                                  <p:stCondLst>
                                    <p:cond delay="0"/>
                                  </p:stCondLst>
                                  <p:childTnLst>
                                    <p:set>
                                      <p:cBhvr>
                                        <p:cTn id="17" dur="1" fill="hold">
                                          <p:stCondLst>
                                            <p:cond delay="0"/>
                                          </p:stCondLst>
                                        </p:cTn>
                                        <p:tgtEl>
                                          <p:spTgt spid="915499157"/>
                                        </p:tgtEl>
                                        <p:attrNameLst>
                                          <p:attrName>style.visibility</p:attrName>
                                        </p:attrNameLst>
                                      </p:cBhvr>
                                      <p:to>
                                        <p:strVal val="visible"/>
                                      </p:to>
                                    </p:set>
                                  </p:childTnLst>
                                </p:cTn>
                              </p:par>
                              <p:par>
                                <p:cTn id="14" presetID="0" presetClass="path" presetSubtype="0" accel="50000" decel="50000" fill="hold" grpId="0" nodeType="withEffect">
                                  <p:stCondLst>
                                    <p:cond delay="0"/>
                                  </p:stCondLst>
                                  <p:childTnLst>
                                    <p:animMotion origin="layout" path="M 0.001 -0.002 L -0.205 0 L -0.212 0.008 L -0.212 0.022 L -0.214 0.166" pathEditMode="relative" ptsTypes="">
                                      <p:cBhvr>
                                        <p:cTn id="15" dur="2000" fill="hold"/>
                                        <p:tgtEl>
                                          <p:spTgt spid="251954182"/>
                                        </p:tgtEl>
                                        <p:attrNameLst>
                                          <p:attrName>ppt_x</p:attrName>
                                          <p:attrName>ppt_y</p:attrName>
                                        </p:attrNameLst>
                                      </p:cBhvr>
                                    </p:animMotion>
                                  </p:childTnLst>
                                </p:cTn>
                              </p:par>
                            </p:childTnLst>
                          </p:cTn>
                        </p:par>
                        <p:par>
                          <p:cTn id="10" fill="hold">
                            <p:stCondLst>
                              <p:cond delay="8001"/>
                            </p:stCondLst>
                            <p:childTnLst>
                              <p:par>
                                <p:cTn id="11" presetID="1" presetClass="entr" presetSubtype="0" fill="hold" grpId="0" nodeType="afterEffect">
                                  <p:stCondLst>
                                    <p:cond delay="0"/>
                                  </p:stCondLst>
                                  <p:childTnLst>
                                    <p:set>
                                      <p:cBhvr>
                                        <p:cTn id="12" dur="1" fill="hold">
                                          <p:stCondLst>
                                            <p:cond delay="0"/>
                                          </p:stCondLst>
                                        </p:cTn>
                                        <p:tgtEl>
                                          <p:spTgt spid="284767524"/>
                                        </p:tgtEl>
                                        <p:attrNameLst>
                                          <p:attrName>style.visibility</p:attrName>
                                        </p:attrNameLst>
                                      </p:cBhvr>
                                      <p:to>
                                        <p:strVal val="visible"/>
                                      </p:to>
                                    </p:set>
                                  </p:childTnLst>
                                </p:cTn>
                              </p:par>
                            </p:childTnLst>
                          </p:cTn>
                        </p:par>
                        <p:par>
                          <p:cTn id="7" fill="hold">
                            <p:stCondLst>
                              <p:cond delay="8002"/>
                            </p:stCondLst>
                            <p:childTnLst>
                              <p:par>
                                <p:cTn id="8" presetID="1" presetClass="exit" presetSubtype="0" fill="hold" grpId="0" nodeType="afterEffect">
                                  <p:stCondLst>
                                    <p:cond delay="0"/>
                                  </p:stCondLst>
                                  <p:childTnLst>
                                    <p:set>
                                      <p:cBhvr>
                                        <p:cTn id="9" dur="1" fill="hold">
                                          <p:stCondLst>
                                            <p:cond delay="0"/>
                                          </p:stCondLst>
                                        </p:cTn>
                                        <p:tgtEl>
                                          <p:spTgt spid="809796265"/>
                                        </p:tgtEl>
                                        <p:attrNameLst>
                                          <p:attrName>style.visibility</p:attrName>
                                        </p:attrNameLst>
                                      </p:cBhvr>
                                      <p:to>
                                        <p:strVal val="hidden"/>
                                      </p:to>
                                    </p:set>
                                  </p:childTnLst>
                                </p:cTn>
                              </p:par>
                            </p:childTnLst>
                          </p:cTn>
                        </p:par>
                        <p:par>
                          <p:cTn id="4" fill="hold">
                            <p:stCondLst>
                              <p:cond delay="8003"/>
                            </p:stCondLst>
                            <p:childTnLst>
                              <p:par>
                                <p:cTn id="5" presetID="1" presetClass="exit" presetSubtype="0" fill="hold" grpId="0" nodeType="afterEffect">
                                  <p:stCondLst>
                                    <p:cond delay="0"/>
                                  </p:stCondLst>
                                  <p:childTnLst>
                                    <p:set>
                                      <p:cBhvr>
                                        <p:cTn id="6" dur="1" fill="hold">
                                          <p:stCondLst>
                                            <p:cond delay="0"/>
                                          </p:stCondLst>
                                        </p:cTn>
                                        <p:tgtEl>
                                          <p:spTgt spid="87475737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31361366" name=""/>
          <p:cNvSpPr>
            <a:spLocks noGrp="1"/>
          </p:cNvSpPr>
          <p:nvPr/>
        </p:nvSpPr>
        <p:spPr bwMode="auto">
          <a:xfrm>
            <a:off x="566928" y="566928"/>
            <a:ext cx="11058525" cy="552450"/>
          </a:xfrm>
          <a:prstGeom prst="rect">
            <a:avLst/>
          </a:prstGeom>
          <a:noFill/>
          <a:ln w="0">
            <a:noFill/>
          </a:ln>
        </p:spPr>
        <p:txBody>
          <a:bodyPr lIns="0" tIns="0" rIns="0" bIns="0">
            <a:noAutofit/>
          </a:bodyPr>
          <a:lstStyle>
            <a:defPPr>
              <a:defRPr sz="3600" b="1">
                <a:solidFill>
                  <a:srgbClr val="04579B"/>
                </a:solidFill>
                <a:latin typeface="Franklin Gothic Medium"/>
                <a:ea typeface="Franklin Gothic Medium"/>
                <a:cs typeface="Franklin Gothic Medium"/>
              </a:defRPr>
            </a:defPPr>
            <a:lvl1pPr>
              <a:defRPr sz="3600" b="1">
                <a:solidFill>
                  <a:srgbClr val="04579B"/>
                </a:solidFill>
                <a:latin typeface="Franklin Gothic Medium"/>
                <a:ea typeface="Franklin Gothic Medium"/>
                <a:cs typeface="Franklin Gothic Medium"/>
              </a:defRPr>
            </a:lvl1pPr>
            <a:lvl2pPr>
              <a:defRPr sz="3600" b="1">
                <a:solidFill>
                  <a:srgbClr val="04579B"/>
                </a:solidFill>
                <a:latin typeface="Franklin Gothic Medium"/>
                <a:ea typeface="Franklin Gothic Medium"/>
                <a:cs typeface="Franklin Gothic Medium"/>
              </a:defRPr>
            </a:lvl2pPr>
            <a:lvl3pPr>
              <a:defRPr sz="3600" b="1">
                <a:solidFill>
                  <a:srgbClr val="04579B"/>
                </a:solidFill>
                <a:latin typeface="Franklin Gothic Medium"/>
                <a:ea typeface="Franklin Gothic Medium"/>
                <a:cs typeface="Franklin Gothic Medium"/>
              </a:defRPr>
            </a:lvl3pPr>
            <a:lvl4pPr>
              <a:defRPr sz="3600" b="1">
                <a:solidFill>
                  <a:srgbClr val="04579B"/>
                </a:solidFill>
                <a:latin typeface="Franklin Gothic Medium"/>
                <a:ea typeface="Franklin Gothic Medium"/>
                <a:cs typeface="Franklin Gothic Medium"/>
              </a:defRPr>
            </a:lvl4pPr>
            <a:lvl5pPr>
              <a:defRPr sz="3600" b="1">
                <a:solidFill>
                  <a:srgbClr val="04579B"/>
                </a:solidFill>
                <a:latin typeface="Franklin Gothic Medium"/>
                <a:ea typeface="Franklin Gothic Medium"/>
                <a:cs typeface="Franklin Gothic Medium"/>
              </a:defRPr>
            </a:lvl5pPr>
            <a:lvl6pPr>
              <a:defRPr sz="3600" b="1">
                <a:solidFill>
                  <a:srgbClr val="04579B"/>
                </a:solidFill>
                <a:latin typeface="Franklin Gothic Medium"/>
                <a:ea typeface="Franklin Gothic Medium"/>
                <a:cs typeface="Franklin Gothic Medium"/>
              </a:defRPr>
            </a:lvl6pPr>
            <a:lvl7pPr>
              <a:defRPr sz="3600" b="1">
                <a:solidFill>
                  <a:srgbClr val="04579B"/>
                </a:solidFill>
                <a:latin typeface="Franklin Gothic Medium"/>
                <a:ea typeface="Franklin Gothic Medium"/>
                <a:cs typeface="Franklin Gothic Medium"/>
              </a:defRPr>
            </a:lvl7pPr>
            <a:lvl8pPr>
              <a:defRPr sz="3600" b="1">
                <a:solidFill>
                  <a:srgbClr val="04579B"/>
                </a:solidFill>
                <a:latin typeface="Franklin Gothic Medium"/>
                <a:ea typeface="Franklin Gothic Medium"/>
                <a:cs typeface="Franklin Gothic Medium"/>
              </a:defRPr>
            </a:lvl8pPr>
            <a:lvl9pPr>
              <a:defRPr sz="3600" b="1">
                <a:solidFill>
                  <a:srgbClr val="04579B"/>
                </a:solidFill>
                <a:latin typeface="Franklin Gothic Medium"/>
                <a:ea typeface="Franklin Gothic Medium"/>
                <a:cs typeface="Franklin Gothic Medium"/>
              </a:defRPr>
            </a:lvl9pPr>
          </a:lstStyle>
          <a:p>
            <a:pPr>
              <a:defRPr sz="3600" b="1">
                <a:solidFill>
                  <a:srgbClr val="04579B"/>
                </a:solidFill>
                <a:latin typeface="Franklin Gothic Medium"/>
                <a:ea typeface="Franklin Gothic Medium"/>
                <a:cs typeface="Franklin Gothic Medium"/>
              </a:defRPr>
            </a:pPr>
            <a:r>
              <a:rPr sz="3600" b="1">
                <a:solidFill>
                  <a:srgbClr val="04579B"/>
                </a:solidFill>
                <a:latin typeface="Franklin Gothic Medium"/>
                <a:ea typeface="Franklin Gothic Medium"/>
                <a:cs typeface="Franklin Gothic Medium"/>
              </a:rPr>
              <a:t>Observations and health estimates</a:t>
            </a:r>
            <a:endParaRPr/>
          </a:p>
        </p:txBody>
      </p:sp>
      <p:pic>
        <p:nvPicPr>
          <p:cNvPr id="313585401" name=""/>
          <p:cNvPicPr>
            <a:picLocks noChangeAspect="1"/>
          </p:cNvPicPr>
          <p:nvPr/>
        </p:nvPicPr>
        <p:blipFill rotWithShape="1">
          <a:blip r:embed="rId3"/>
          <a:stretch/>
        </p:blipFill>
        <p:spPr bwMode="auto">
          <a:xfrm>
            <a:off x="381000" y="1619250"/>
            <a:ext cx="11430000" cy="3810000"/>
          </a:xfrm>
          <a:prstGeom prst="rect">
            <a:avLst/>
          </a:prstGeom>
        </p:spPr>
      </p:pic>
      <p:sp>
        <p:nvSpPr>
          <p:cNvPr id="144297408" name=""/>
          <p:cNvSpPr>
            <a:spLocks noGrp="1"/>
          </p:cNvSpPr>
          <p:nvPr/>
        </p:nvSpPr>
        <p:spPr bwMode="auto">
          <a:xfrm>
            <a:off x="571500" y="5810250"/>
            <a:ext cx="11049000" cy="361950"/>
          </a:xfrm>
          <a:prstGeom prst="rect">
            <a:avLst/>
          </a:prstGeom>
          <a:noFill/>
          <a:ln w="0">
            <a:noFill/>
          </a:ln>
        </p:spPr>
        <p:txBody>
          <a:bodyPr lIns="0" tIns="0" rIns="0" bIns="0">
            <a:noAutofit/>
          </a:bodyPr>
          <a:lstStyle>
            <a:defPPr algn="ctr">
              <a:defRPr sz="1800">
                <a:solidFill>
                  <a:srgbClr val="04579B"/>
                </a:solidFill>
                <a:latin typeface="Franklin Gothic Book"/>
                <a:ea typeface="Franklin Gothic Book"/>
                <a:cs typeface="Franklin Gothic Book"/>
              </a:defRPr>
            </a:defPPr>
            <a:lvl1pPr algn="ctr">
              <a:defRPr sz="1800">
                <a:solidFill>
                  <a:srgbClr val="04579B"/>
                </a:solidFill>
                <a:latin typeface="Franklin Gothic Book"/>
                <a:ea typeface="Franklin Gothic Book"/>
                <a:cs typeface="Franklin Gothic Book"/>
              </a:defRPr>
            </a:lvl1pPr>
            <a:lvl2pPr algn="ctr">
              <a:defRPr sz="1800">
                <a:solidFill>
                  <a:srgbClr val="04579B"/>
                </a:solidFill>
                <a:latin typeface="Franklin Gothic Book"/>
                <a:ea typeface="Franklin Gothic Book"/>
                <a:cs typeface="Franklin Gothic Book"/>
              </a:defRPr>
            </a:lvl2pPr>
            <a:lvl3pPr algn="ctr">
              <a:defRPr sz="1800">
                <a:solidFill>
                  <a:srgbClr val="04579B"/>
                </a:solidFill>
                <a:latin typeface="Franklin Gothic Book"/>
                <a:ea typeface="Franklin Gothic Book"/>
                <a:cs typeface="Franklin Gothic Book"/>
              </a:defRPr>
            </a:lvl3pPr>
            <a:lvl4pPr algn="ctr">
              <a:defRPr sz="1800">
                <a:solidFill>
                  <a:srgbClr val="04579B"/>
                </a:solidFill>
                <a:latin typeface="Franklin Gothic Book"/>
                <a:ea typeface="Franklin Gothic Book"/>
                <a:cs typeface="Franklin Gothic Book"/>
              </a:defRPr>
            </a:lvl4pPr>
            <a:lvl5pPr algn="ctr">
              <a:defRPr sz="1800">
                <a:solidFill>
                  <a:srgbClr val="04579B"/>
                </a:solidFill>
                <a:latin typeface="Franklin Gothic Book"/>
                <a:ea typeface="Franklin Gothic Book"/>
                <a:cs typeface="Franklin Gothic Book"/>
              </a:defRPr>
            </a:lvl5pPr>
            <a:lvl6pPr algn="ctr">
              <a:defRPr sz="1800">
                <a:solidFill>
                  <a:srgbClr val="04579B"/>
                </a:solidFill>
                <a:latin typeface="Franklin Gothic Book"/>
                <a:ea typeface="Franklin Gothic Book"/>
                <a:cs typeface="Franklin Gothic Book"/>
              </a:defRPr>
            </a:lvl6pPr>
            <a:lvl7pPr algn="ctr">
              <a:defRPr sz="1800">
                <a:solidFill>
                  <a:srgbClr val="04579B"/>
                </a:solidFill>
                <a:latin typeface="Franklin Gothic Book"/>
                <a:ea typeface="Franklin Gothic Book"/>
                <a:cs typeface="Franklin Gothic Book"/>
              </a:defRPr>
            </a:lvl7pPr>
            <a:lvl8pPr algn="ctr">
              <a:defRPr sz="1800">
                <a:solidFill>
                  <a:srgbClr val="04579B"/>
                </a:solidFill>
                <a:latin typeface="Franklin Gothic Book"/>
                <a:ea typeface="Franklin Gothic Book"/>
                <a:cs typeface="Franklin Gothic Book"/>
              </a:defRPr>
            </a:lvl8pPr>
            <a:lvl9pPr algn="ctr">
              <a:defRPr sz="1800">
                <a:solidFill>
                  <a:srgbClr val="04579B"/>
                </a:solidFill>
                <a:latin typeface="Franklin Gothic Book"/>
                <a:ea typeface="Franklin Gothic Book"/>
                <a:cs typeface="Franklin Gothic Book"/>
              </a:defRPr>
            </a:lvl9pPr>
          </a:lstStyle>
          <a:p>
            <a:pPr algn="ctr">
              <a:defRPr sz="1800">
                <a:solidFill>
                  <a:srgbClr val="04579B"/>
                </a:solidFill>
                <a:latin typeface="Franklin Gothic Book"/>
                <a:ea typeface="Franklin Gothic Book"/>
                <a:cs typeface="Franklin Gothic Book"/>
              </a:defRPr>
            </a:pPr>
            <a:r>
              <a:rPr sz="1800">
                <a:solidFill>
                  <a:srgbClr val="04579B"/>
                </a:solidFill>
                <a:latin typeface="Franklin Gothic Book"/>
                <a:ea typeface="Franklin Gothic Book"/>
                <a:cs typeface="Franklin Gothic Book"/>
              </a:rPr>
              <a:t>15 April–15 May 2026  152,552 observations</a:t>
            </a:r>
            <a:endParaRPr/>
          </a:p>
        </p:txBody>
      </p:sp>
      <p:sp>
        <p:nvSpPr>
          <p:cNvPr id="2028871684" name="Slide Number Placeholder 3"/>
          <p:cNvSpPr>
            <a:spLocks noGrp="1"/>
          </p:cNvSpPr>
          <p:nvPr>
            <p:ph type="sldNum" idx="12"/>
          </p:nvPr>
        </p:nvSpPr>
        <p:spPr bwMode="auto">
          <a:xfrm>
            <a:off x="9497285" y="6356349"/>
            <a:ext cx="2133599" cy="365124"/>
          </a:xfrm>
        </p:spPr>
        <p:txBody>
          <a:bodyPr/>
          <a:lstStyle>
            <a:defPPr>
              <a:defRPr>
                <a:latin typeface="Franklin Gothic Book"/>
                <a:ea typeface="Franklin Gothic Book"/>
                <a:cs typeface="Franklin Gothic Book"/>
              </a:defRPr>
            </a:defPPr>
            <a:lvl1pPr>
              <a:defRPr>
                <a:latin typeface="Franklin Gothic Book"/>
                <a:ea typeface="Franklin Gothic Book"/>
                <a:cs typeface="Franklin Gothic Book"/>
              </a:defRPr>
            </a:lvl1pPr>
            <a:lvl2pPr>
              <a:defRPr>
                <a:latin typeface="Franklin Gothic Book"/>
                <a:ea typeface="Franklin Gothic Book"/>
                <a:cs typeface="Franklin Gothic Book"/>
              </a:defRPr>
            </a:lvl2pPr>
            <a:lvl3pPr>
              <a:defRPr>
                <a:latin typeface="Franklin Gothic Book"/>
                <a:ea typeface="Franklin Gothic Book"/>
                <a:cs typeface="Franklin Gothic Book"/>
              </a:defRPr>
            </a:lvl3pPr>
            <a:lvl4pPr>
              <a:defRPr>
                <a:latin typeface="Franklin Gothic Book"/>
                <a:ea typeface="Franklin Gothic Book"/>
                <a:cs typeface="Franklin Gothic Book"/>
              </a:defRPr>
            </a:lvl4pPr>
            <a:lvl5pPr>
              <a:defRPr>
                <a:latin typeface="Franklin Gothic Book"/>
                <a:ea typeface="Franklin Gothic Book"/>
                <a:cs typeface="Franklin Gothic Book"/>
              </a:defRPr>
            </a:lvl5pPr>
            <a:lvl6pPr>
              <a:defRPr>
                <a:latin typeface="Franklin Gothic Book"/>
                <a:ea typeface="Franklin Gothic Book"/>
                <a:cs typeface="Franklin Gothic Book"/>
              </a:defRPr>
            </a:lvl6pPr>
            <a:lvl7pPr>
              <a:defRPr>
                <a:latin typeface="Franklin Gothic Book"/>
                <a:ea typeface="Franklin Gothic Book"/>
                <a:cs typeface="Franklin Gothic Book"/>
              </a:defRPr>
            </a:lvl7pPr>
            <a:lvl8pPr>
              <a:defRPr>
                <a:latin typeface="Franklin Gothic Book"/>
                <a:ea typeface="Franklin Gothic Book"/>
                <a:cs typeface="Franklin Gothic Book"/>
              </a:defRPr>
            </a:lvl8pPr>
            <a:lvl9pPr>
              <a:defRPr>
                <a:latin typeface="Franklin Gothic Book"/>
                <a:ea typeface="Franklin Gothic Book"/>
                <a:cs typeface="Franklin Gothic Book"/>
              </a:defRPr>
            </a:lvl9pPr>
          </a:lstStyle>
          <a:p>
            <a:pPr>
              <a:buNone/>
              <a:defRPr/>
            </a:pPr>
            <a:fld id="{BA58DA2A-B818-18A9-29C1-B697728D5BCE}" type="slidenum">
              <a:rPr>
                <a:latin typeface="Franklin Gothic Book"/>
                <a:ea typeface="Franklin Gothic Book"/>
                <a:cs typeface="Franklin Gothic Book"/>
              </a:rPr>
              <a:t>9</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896875871" name=""/>
          <p:cNvSpPr>
            <a:spLocks noGrp="1"/>
          </p:cNvSpPr>
          <p:nvPr/>
        </p:nvSpPr>
        <p:spPr bwMode="auto">
          <a:xfrm>
            <a:off x="566928" y="566928"/>
            <a:ext cx="11058525" cy="552450"/>
          </a:xfrm>
          <a:prstGeom prst="rect">
            <a:avLst/>
          </a:prstGeom>
          <a:noFill/>
          <a:ln w="0">
            <a:noFill/>
          </a:ln>
        </p:spPr>
        <p:txBody>
          <a:bodyPr lIns="0" tIns="0" rIns="0" bIns="0">
            <a:noAutofit/>
          </a:bodyPr>
          <a:lstStyle>
            <a:defPPr>
              <a:defRPr sz="3600" b="1">
                <a:solidFill>
                  <a:srgbClr val="04579B"/>
                </a:solidFill>
                <a:latin typeface="Franklin Gothic Medium"/>
                <a:ea typeface="Franklin Gothic Medium"/>
                <a:cs typeface="Franklin Gothic Medium"/>
              </a:defRPr>
            </a:defPPr>
            <a:lvl1pPr>
              <a:defRPr sz="3600" b="1">
                <a:solidFill>
                  <a:srgbClr val="04579B"/>
                </a:solidFill>
                <a:latin typeface="Franklin Gothic Medium"/>
                <a:ea typeface="Franklin Gothic Medium"/>
                <a:cs typeface="Franklin Gothic Medium"/>
              </a:defRPr>
            </a:lvl1pPr>
            <a:lvl2pPr>
              <a:defRPr sz="3600" b="1">
                <a:solidFill>
                  <a:srgbClr val="04579B"/>
                </a:solidFill>
                <a:latin typeface="Franklin Gothic Medium"/>
                <a:ea typeface="Franklin Gothic Medium"/>
                <a:cs typeface="Franklin Gothic Medium"/>
              </a:defRPr>
            </a:lvl2pPr>
            <a:lvl3pPr>
              <a:defRPr sz="3600" b="1">
                <a:solidFill>
                  <a:srgbClr val="04579B"/>
                </a:solidFill>
                <a:latin typeface="Franklin Gothic Medium"/>
                <a:ea typeface="Franklin Gothic Medium"/>
                <a:cs typeface="Franklin Gothic Medium"/>
              </a:defRPr>
            </a:lvl3pPr>
            <a:lvl4pPr>
              <a:defRPr sz="3600" b="1">
                <a:solidFill>
                  <a:srgbClr val="04579B"/>
                </a:solidFill>
                <a:latin typeface="Franklin Gothic Medium"/>
                <a:ea typeface="Franklin Gothic Medium"/>
                <a:cs typeface="Franklin Gothic Medium"/>
              </a:defRPr>
            </a:lvl4pPr>
            <a:lvl5pPr>
              <a:defRPr sz="3600" b="1">
                <a:solidFill>
                  <a:srgbClr val="04579B"/>
                </a:solidFill>
                <a:latin typeface="Franklin Gothic Medium"/>
                <a:ea typeface="Franklin Gothic Medium"/>
                <a:cs typeface="Franklin Gothic Medium"/>
              </a:defRPr>
            </a:lvl5pPr>
            <a:lvl6pPr>
              <a:defRPr sz="3600" b="1">
                <a:solidFill>
                  <a:srgbClr val="04579B"/>
                </a:solidFill>
                <a:latin typeface="Franklin Gothic Medium"/>
                <a:ea typeface="Franklin Gothic Medium"/>
                <a:cs typeface="Franklin Gothic Medium"/>
              </a:defRPr>
            </a:lvl6pPr>
            <a:lvl7pPr>
              <a:defRPr sz="3600" b="1">
                <a:solidFill>
                  <a:srgbClr val="04579B"/>
                </a:solidFill>
                <a:latin typeface="Franklin Gothic Medium"/>
                <a:ea typeface="Franklin Gothic Medium"/>
                <a:cs typeface="Franklin Gothic Medium"/>
              </a:defRPr>
            </a:lvl7pPr>
            <a:lvl8pPr>
              <a:defRPr sz="3600" b="1">
                <a:solidFill>
                  <a:srgbClr val="04579B"/>
                </a:solidFill>
                <a:latin typeface="Franklin Gothic Medium"/>
                <a:ea typeface="Franklin Gothic Medium"/>
                <a:cs typeface="Franklin Gothic Medium"/>
              </a:defRPr>
            </a:lvl8pPr>
            <a:lvl9pPr>
              <a:defRPr sz="3600" b="1">
                <a:solidFill>
                  <a:srgbClr val="04579B"/>
                </a:solidFill>
                <a:latin typeface="Franklin Gothic Medium"/>
                <a:ea typeface="Franklin Gothic Medium"/>
                <a:cs typeface="Franklin Gothic Medium"/>
              </a:defRPr>
            </a:lvl9pPr>
          </a:lstStyle>
          <a:p>
            <a:pPr>
              <a:defRPr sz="3600" b="1">
                <a:solidFill>
                  <a:srgbClr val="04579B"/>
                </a:solidFill>
                <a:latin typeface="Franklin Gothic Medium"/>
                <a:ea typeface="Franklin Gothic Medium"/>
                <a:cs typeface="Franklin Gothic Medium"/>
              </a:defRPr>
            </a:pPr>
            <a:r>
              <a:rPr sz="3600" b="1">
                <a:solidFill>
                  <a:srgbClr val="04579B"/>
                </a:solidFill>
                <a:latin typeface="Franklin Gothic Medium"/>
                <a:ea typeface="Franklin Gothic Medium"/>
                <a:cs typeface="Franklin Gothic Medium"/>
              </a:rPr>
              <a:t>Recommendations and actions</a:t>
            </a:r>
            <a:endParaRPr/>
          </a:p>
        </p:txBody>
      </p:sp>
      <p:pic>
        <p:nvPicPr>
          <p:cNvPr id="1776058997" name=""/>
          <p:cNvPicPr>
            <a:picLocks noChangeAspect="1"/>
          </p:cNvPicPr>
          <p:nvPr/>
        </p:nvPicPr>
        <p:blipFill rotWithShape="1">
          <a:blip r:embed="rId3"/>
          <a:stretch/>
        </p:blipFill>
        <p:spPr bwMode="auto">
          <a:xfrm flipH="0" flipV="0">
            <a:off x="177855" y="1474303"/>
            <a:ext cx="11836669" cy="4117102"/>
          </a:xfrm>
          <a:prstGeom prst="rect">
            <a:avLst/>
          </a:prstGeom>
        </p:spPr>
      </p:pic>
      <p:sp>
        <p:nvSpPr>
          <p:cNvPr id="1607540800" name=""/>
          <p:cNvSpPr>
            <a:spLocks noGrp="1"/>
          </p:cNvSpPr>
          <p:nvPr/>
        </p:nvSpPr>
        <p:spPr bwMode="auto">
          <a:xfrm>
            <a:off x="571500" y="5810250"/>
            <a:ext cx="11049000" cy="361950"/>
          </a:xfrm>
          <a:prstGeom prst="rect">
            <a:avLst/>
          </a:prstGeom>
          <a:noFill/>
          <a:ln w="0">
            <a:noFill/>
          </a:ln>
        </p:spPr>
        <p:txBody>
          <a:bodyPr lIns="0" tIns="0" rIns="0" bIns="0">
            <a:noAutofit/>
          </a:bodyPr>
          <a:lstStyle>
            <a:defPPr algn="ctr">
              <a:defRPr sz="1800">
                <a:solidFill>
                  <a:srgbClr val="04579B"/>
                </a:solidFill>
                <a:latin typeface="Franklin Gothic Book"/>
                <a:ea typeface="Franklin Gothic Book"/>
                <a:cs typeface="Franklin Gothic Book"/>
              </a:defRPr>
            </a:defPPr>
            <a:lvl1pPr algn="ctr">
              <a:defRPr sz="1800">
                <a:solidFill>
                  <a:srgbClr val="04579B"/>
                </a:solidFill>
                <a:latin typeface="Franklin Gothic Book"/>
                <a:ea typeface="Franklin Gothic Book"/>
                <a:cs typeface="Franklin Gothic Book"/>
              </a:defRPr>
            </a:lvl1pPr>
            <a:lvl2pPr algn="ctr">
              <a:defRPr sz="1800">
                <a:solidFill>
                  <a:srgbClr val="04579B"/>
                </a:solidFill>
                <a:latin typeface="Franklin Gothic Book"/>
                <a:ea typeface="Franklin Gothic Book"/>
                <a:cs typeface="Franklin Gothic Book"/>
              </a:defRPr>
            </a:lvl2pPr>
            <a:lvl3pPr algn="ctr">
              <a:defRPr sz="1800">
                <a:solidFill>
                  <a:srgbClr val="04579B"/>
                </a:solidFill>
                <a:latin typeface="Franklin Gothic Book"/>
                <a:ea typeface="Franklin Gothic Book"/>
                <a:cs typeface="Franklin Gothic Book"/>
              </a:defRPr>
            </a:lvl3pPr>
            <a:lvl4pPr algn="ctr">
              <a:defRPr sz="1800">
                <a:solidFill>
                  <a:srgbClr val="04579B"/>
                </a:solidFill>
                <a:latin typeface="Franklin Gothic Book"/>
                <a:ea typeface="Franklin Gothic Book"/>
                <a:cs typeface="Franklin Gothic Book"/>
              </a:defRPr>
            </a:lvl4pPr>
            <a:lvl5pPr algn="ctr">
              <a:defRPr sz="1800">
                <a:solidFill>
                  <a:srgbClr val="04579B"/>
                </a:solidFill>
                <a:latin typeface="Franklin Gothic Book"/>
                <a:ea typeface="Franklin Gothic Book"/>
                <a:cs typeface="Franklin Gothic Book"/>
              </a:defRPr>
            </a:lvl5pPr>
            <a:lvl6pPr algn="ctr">
              <a:defRPr sz="1800">
                <a:solidFill>
                  <a:srgbClr val="04579B"/>
                </a:solidFill>
                <a:latin typeface="Franklin Gothic Book"/>
                <a:ea typeface="Franklin Gothic Book"/>
                <a:cs typeface="Franklin Gothic Book"/>
              </a:defRPr>
            </a:lvl6pPr>
            <a:lvl7pPr algn="ctr">
              <a:defRPr sz="1800">
                <a:solidFill>
                  <a:srgbClr val="04579B"/>
                </a:solidFill>
                <a:latin typeface="Franklin Gothic Book"/>
                <a:ea typeface="Franklin Gothic Book"/>
                <a:cs typeface="Franklin Gothic Book"/>
              </a:defRPr>
            </a:lvl7pPr>
            <a:lvl8pPr algn="ctr">
              <a:defRPr sz="1800">
                <a:solidFill>
                  <a:srgbClr val="04579B"/>
                </a:solidFill>
                <a:latin typeface="Franklin Gothic Book"/>
                <a:ea typeface="Franklin Gothic Book"/>
                <a:cs typeface="Franklin Gothic Book"/>
              </a:defRPr>
            </a:lvl8pPr>
            <a:lvl9pPr algn="ctr">
              <a:defRPr sz="1800">
                <a:solidFill>
                  <a:srgbClr val="04579B"/>
                </a:solidFill>
                <a:latin typeface="Franklin Gothic Book"/>
                <a:ea typeface="Franklin Gothic Book"/>
                <a:cs typeface="Franklin Gothic Book"/>
              </a:defRPr>
            </a:lvl9pPr>
          </a:lstStyle>
          <a:p>
            <a:pPr algn="ctr">
              <a:defRPr sz="1800">
                <a:solidFill>
                  <a:srgbClr val="04579B"/>
                </a:solidFill>
                <a:latin typeface="Franklin Gothic Book"/>
                <a:ea typeface="Franklin Gothic Book"/>
                <a:cs typeface="Franklin Gothic Book"/>
              </a:defRPr>
            </a:pPr>
            <a:r>
              <a:rPr sz="1800">
                <a:solidFill>
                  <a:srgbClr val="04579B"/>
                </a:solidFill>
                <a:latin typeface="Franklin Gothic Book"/>
                <a:ea typeface="Franklin Gothic Book"/>
                <a:cs typeface="Franklin Gothic Book"/>
              </a:rPr>
              <a:t>9 autonomous requests  4 executed - 5 rejected</a:t>
            </a:r>
            <a:endParaRPr/>
          </a:p>
        </p:txBody>
      </p:sp>
      <p:sp>
        <p:nvSpPr>
          <p:cNvPr id="1444625816" name="Slide Number Placeholder 3"/>
          <p:cNvSpPr>
            <a:spLocks noGrp="1"/>
          </p:cNvSpPr>
          <p:nvPr>
            <p:ph type="sldNum" idx="12"/>
          </p:nvPr>
        </p:nvSpPr>
        <p:spPr bwMode="auto">
          <a:xfrm>
            <a:off x="9506286" y="6356349"/>
            <a:ext cx="2133599" cy="365124"/>
          </a:xfrm>
        </p:spPr>
        <p:txBody>
          <a:bodyPr/>
          <a:lstStyle>
            <a:defPPr>
              <a:defRPr>
                <a:latin typeface="Franklin Gothic Book"/>
                <a:ea typeface="Franklin Gothic Book"/>
                <a:cs typeface="Franklin Gothic Book"/>
              </a:defRPr>
            </a:defPPr>
            <a:lvl1pPr>
              <a:defRPr>
                <a:latin typeface="Franklin Gothic Book"/>
                <a:ea typeface="Franklin Gothic Book"/>
                <a:cs typeface="Franklin Gothic Book"/>
              </a:defRPr>
            </a:lvl1pPr>
            <a:lvl2pPr>
              <a:defRPr>
                <a:latin typeface="Franklin Gothic Book"/>
                <a:ea typeface="Franklin Gothic Book"/>
                <a:cs typeface="Franklin Gothic Book"/>
              </a:defRPr>
            </a:lvl2pPr>
            <a:lvl3pPr>
              <a:defRPr>
                <a:latin typeface="Franklin Gothic Book"/>
                <a:ea typeface="Franklin Gothic Book"/>
                <a:cs typeface="Franklin Gothic Book"/>
              </a:defRPr>
            </a:lvl3pPr>
            <a:lvl4pPr>
              <a:defRPr>
                <a:latin typeface="Franklin Gothic Book"/>
                <a:ea typeface="Franklin Gothic Book"/>
                <a:cs typeface="Franklin Gothic Book"/>
              </a:defRPr>
            </a:lvl4pPr>
            <a:lvl5pPr>
              <a:defRPr>
                <a:latin typeface="Franklin Gothic Book"/>
                <a:ea typeface="Franklin Gothic Book"/>
                <a:cs typeface="Franklin Gothic Book"/>
              </a:defRPr>
            </a:lvl5pPr>
            <a:lvl6pPr>
              <a:defRPr>
                <a:latin typeface="Franklin Gothic Book"/>
                <a:ea typeface="Franklin Gothic Book"/>
                <a:cs typeface="Franklin Gothic Book"/>
              </a:defRPr>
            </a:lvl6pPr>
            <a:lvl7pPr>
              <a:defRPr>
                <a:latin typeface="Franklin Gothic Book"/>
                <a:ea typeface="Franklin Gothic Book"/>
                <a:cs typeface="Franklin Gothic Book"/>
              </a:defRPr>
            </a:lvl7pPr>
            <a:lvl8pPr>
              <a:defRPr>
                <a:latin typeface="Franklin Gothic Book"/>
                <a:ea typeface="Franklin Gothic Book"/>
                <a:cs typeface="Franklin Gothic Book"/>
              </a:defRPr>
            </a:lvl8pPr>
            <a:lvl9pPr>
              <a:defRPr>
                <a:latin typeface="Franklin Gothic Book"/>
                <a:ea typeface="Franklin Gothic Book"/>
                <a:cs typeface="Franklin Gothic Book"/>
              </a:defRPr>
            </a:lvl9pPr>
          </a:lstStyle>
          <a:p>
            <a:pPr>
              <a:buNone/>
              <a:defRPr/>
            </a:pPr>
            <a:fld id="{388657AE-30A1-5A7A-6A7F-315D84436430}" type="slidenum">
              <a:rPr>
                <a:latin typeface="Franklin Gothic Book"/>
                <a:ea typeface="Franklin Gothic Book"/>
                <a:cs typeface="Franklin Gothic Book"/>
              </a:rPr>
              <a:t>10</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29624310" name="TextBox 2"/>
          <p:cNvSpPr>
            <a:spLocks noGrp="1"/>
          </p:cNvSpPr>
          <p:nvPr/>
        </p:nvSpPr>
        <p:spPr bwMode="auto">
          <a:xfrm>
            <a:off x="566928" y="566928"/>
            <a:ext cx="11058918" cy="548640"/>
          </a:xfrm>
          <a:prstGeom prst="rect">
            <a:avLst/>
          </a:prstGeom>
          <a:noFill/>
        </p:spPr>
        <p:txBody>
          <a:bodyPr wrap="square" lIns="0" tIns="0" rIns="0" bIns="0" anchor="t">
            <a:spAutoFit/>
          </a:bodyPr>
          <a:lstStyle/>
          <a:p>
            <a:pPr algn="l">
              <a:lnSpc>
                <a:spcPct val="100000"/>
              </a:lnSpc>
              <a:spcBef>
                <a:spcPts val="0"/>
              </a:spcBef>
              <a:spcAft>
                <a:spcPts val="0"/>
              </a:spcAft>
              <a:buNone/>
              <a:defRPr/>
            </a:pPr>
            <a:r>
              <a:rPr sz="3600" b="1">
                <a:solidFill>
                  <a:srgbClr val="04579B"/>
                </a:solidFill>
                <a:latin typeface="Franklin Gothic Medium"/>
                <a:ea typeface="Franklin Gothic Medium"/>
                <a:cs typeface="Franklin Gothic Medium"/>
              </a:rPr>
              <a:t>Visual observations</a:t>
            </a:r>
            <a:endParaRPr sz="2200">
              <a:latin typeface="Franklin Gothic Medium"/>
              <a:ea typeface="Franklin Gothic Medium"/>
              <a:cs typeface="Franklin Gothic Medium"/>
            </a:endParaRPr>
          </a:p>
        </p:txBody>
      </p:sp>
      <p:pic>
        <p:nvPicPr>
          <p:cNvPr id="1590817639" name="Picture 6"/>
          <p:cNvPicPr>
            <a:picLocks noChangeAspect="1"/>
          </p:cNvPicPr>
          <p:nvPr/>
        </p:nvPicPr>
        <p:blipFill rotWithShape="1">
          <a:blip r:embed="rId3"/>
          <a:stretch/>
        </p:blipFill>
        <p:spPr bwMode="auto">
          <a:xfrm>
            <a:off x="566929" y="2453478"/>
            <a:ext cx="3533545" cy="1987619"/>
          </a:xfrm>
          <a:prstGeom prst="rect">
            <a:avLst/>
          </a:prstGeom>
          <a:ln w="9525">
            <a:solidFill>
              <a:srgbClr val="9EB7DE"/>
            </a:solidFill>
          </a:ln>
        </p:spPr>
      </p:pic>
      <p:sp>
        <p:nvSpPr>
          <p:cNvPr id="1204292204" name="TextBox 7"/>
          <p:cNvSpPr>
            <a:spLocks noGrp="1"/>
          </p:cNvSpPr>
          <p:nvPr/>
        </p:nvSpPr>
        <p:spPr bwMode="auto">
          <a:xfrm>
            <a:off x="565847" y="4621408"/>
            <a:ext cx="3534625" cy="238963"/>
          </a:xfrm>
          <a:prstGeom prst="rect">
            <a:avLst/>
          </a:prstGeom>
          <a:noFill/>
        </p:spPr>
        <p:txBody>
          <a:bodyPr wrap="square" lIns="0" tIns="0" rIns="0" bIns="0" anchor="t">
            <a:spAutoFit/>
          </a:bodyPr>
          <a:lstStyle>
            <a:defPPr>
              <a:defRPr>
                <a:solidFill>
                  <a:srgbClr val="04579B"/>
                </a:solidFill>
              </a:defRPr>
            </a:defPPr>
            <a:lvl1pPr>
              <a:defRPr>
                <a:solidFill>
                  <a:srgbClr val="04579B"/>
                </a:solidFill>
              </a:defRPr>
            </a:lvl1pPr>
            <a:lvl2pPr>
              <a:defRPr>
                <a:solidFill>
                  <a:srgbClr val="04579B"/>
                </a:solidFill>
              </a:defRPr>
            </a:lvl2pPr>
            <a:lvl3pPr>
              <a:defRPr>
                <a:solidFill>
                  <a:srgbClr val="04579B"/>
                </a:solidFill>
              </a:defRPr>
            </a:lvl3pPr>
            <a:lvl4pPr>
              <a:defRPr>
                <a:solidFill>
                  <a:srgbClr val="04579B"/>
                </a:solidFill>
              </a:defRPr>
            </a:lvl4pPr>
            <a:lvl5pPr>
              <a:defRPr>
                <a:solidFill>
                  <a:srgbClr val="04579B"/>
                </a:solidFill>
              </a:defRPr>
            </a:lvl5pPr>
            <a:lvl6pPr>
              <a:defRPr>
                <a:solidFill>
                  <a:srgbClr val="04579B"/>
                </a:solidFill>
              </a:defRPr>
            </a:lvl6pPr>
            <a:lvl7pPr>
              <a:defRPr>
                <a:solidFill>
                  <a:srgbClr val="04579B"/>
                </a:solidFill>
              </a:defRPr>
            </a:lvl7pPr>
            <a:lvl8pPr>
              <a:defRPr>
                <a:solidFill>
                  <a:srgbClr val="04579B"/>
                </a:solidFill>
              </a:defRPr>
            </a:lvl8pPr>
            <a:lvl9pPr>
              <a:defRPr>
                <a:solidFill>
                  <a:srgbClr val="04579B"/>
                </a:solidFill>
              </a:defRPr>
            </a:lvl9pPr>
          </a:lstStyle>
          <a:p>
            <a:pPr algn="ctr">
              <a:lnSpc>
                <a:spcPct val="112000"/>
              </a:lnSpc>
              <a:spcBef>
                <a:spcPts val="0"/>
              </a:spcBef>
              <a:spcAft>
                <a:spcPts val="0"/>
              </a:spcAft>
              <a:buNone/>
              <a:defRPr/>
            </a:pPr>
            <a:r>
              <a:rPr sz="1400" b="1">
                <a:solidFill>
                  <a:srgbClr val="04579B"/>
                </a:solidFill>
                <a:latin typeface="Franklin Gothic Medium"/>
                <a:ea typeface="Franklin Gothic Medium"/>
                <a:cs typeface="Franklin Gothic Medium"/>
              </a:rPr>
              <a:t>9 May · 12:55</a:t>
            </a:r>
            <a:endParaRPr sz="1400">
              <a:latin typeface="Franklin Gothic Medium"/>
              <a:ea typeface="Franklin Gothic Medium"/>
              <a:cs typeface="Franklin Gothic Medium"/>
            </a:endParaRPr>
          </a:p>
        </p:txBody>
      </p:sp>
      <p:pic>
        <p:nvPicPr>
          <p:cNvPr id="372794752" name="Picture 8"/>
          <p:cNvPicPr>
            <a:picLocks noChangeAspect="1"/>
          </p:cNvPicPr>
          <p:nvPr/>
        </p:nvPicPr>
        <p:blipFill rotWithShape="1">
          <a:blip r:embed="rId4"/>
        </p:blipFill>
        <p:spPr bwMode="auto">
          <a:xfrm>
            <a:off x="4329074" y="2453477"/>
            <a:ext cx="3533544" cy="1987619"/>
          </a:xfrm>
          <a:prstGeom prst="rect">
            <a:avLst/>
          </a:prstGeom>
          <a:ln w="9525">
            <a:solidFill>
              <a:srgbClr val="9EB7DE"/>
            </a:solidFill>
          </a:ln>
        </p:spPr>
      </p:pic>
      <p:sp>
        <p:nvSpPr>
          <p:cNvPr id="2013380775" name="TextBox 9"/>
          <p:cNvSpPr>
            <a:spLocks noGrp="1"/>
          </p:cNvSpPr>
          <p:nvPr/>
        </p:nvSpPr>
        <p:spPr bwMode="auto">
          <a:xfrm>
            <a:off x="4327992" y="4621407"/>
            <a:ext cx="3536064" cy="239322"/>
          </a:xfrm>
          <a:prstGeom prst="rect">
            <a:avLst/>
          </a:prstGeom>
          <a:noFill/>
        </p:spPr>
        <p:txBody>
          <a:bodyPr wrap="square" lIns="0" tIns="0" rIns="0" bIns="0" anchor="t">
            <a:spAutoFit/>
          </a:bodyPr>
          <a:lstStyle>
            <a:defPPr>
              <a:defRPr>
                <a:solidFill>
                  <a:srgbClr val="04579B"/>
                </a:solidFill>
              </a:defRPr>
            </a:defPPr>
            <a:lvl1pPr>
              <a:defRPr>
                <a:solidFill>
                  <a:srgbClr val="04579B"/>
                </a:solidFill>
              </a:defRPr>
            </a:lvl1pPr>
            <a:lvl2pPr>
              <a:defRPr>
                <a:solidFill>
                  <a:srgbClr val="04579B"/>
                </a:solidFill>
              </a:defRPr>
            </a:lvl2pPr>
            <a:lvl3pPr>
              <a:defRPr>
                <a:solidFill>
                  <a:srgbClr val="04579B"/>
                </a:solidFill>
              </a:defRPr>
            </a:lvl3pPr>
            <a:lvl4pPr>
              <a:defRPr>
                <a:solidFill>
                  <a:srgbClr val="04579B"/>
                </a:solidFill>
              </a:defRPr>
            </a:lvl4pPr>
            <a:lvl5pPr>
              <a:defRPr>
                <a:solidFill>
                  <a:srgbClr val="04579B"/>
                </a:solidFill>
              </a:defRPr>
            </a:lvl5pPr>
            <a:lvl6pPr>
              <a:defRPr>
                <a:solidFill>
                  <a:srgbClr val="04579B"/>
                </a:solidFill>
              </a:defRPr>
            </a:lvl6pPr>
            <a:lvl7pPr>
              <a:defRPr>
                <a:solidFill>
                  <a:srgbClr val="04579B"/>
                </a:solidFill>
              </a:defRPr>
            </a:lvl7pPr>
            <a:lvl8pPr>
              <a:defRPr>
                <a:solidFill>
                  <a:srgbClr val="04579B"/>
                </a:solidFill>
              </a:defRPr>
            </a:lvl8pPr>
            <a:lvl9pPr>
              <a:defRPr>
                <a:solidFill>
                  <a:srgbClr val="04579B"/>
                </a:solidFill>
              </a:defRPr>
            </a:lvl9pPr>
          </a:lstStyle>
          <a:p>
            <a:pPr algn="ctr">
              <a:lnSpc>
                <a:spcPct val="112000"/>
              </a:lnSpc>
              <a:spcBef>
                <a:spcPts val="0"/>
              </a:spcBef>
              <a:spcAft>
                <a:spcPts val="0"/>
              </a:spcAft>
              <a:buNone/>
              <a:defRPr/>
            </a:pPr>
            <a:r>
              <a:rPr sz="1400" b="1">
                <a:solidFill>
                  <a:srgbClr val="04579B"/>
                </a:solidFill>
                <a:latin typeface="Franklin Gothic Medium"/>
                <a:ea typeface="Franklin Gothic Medium"/>
                <a:cs typeface="Franklin Gothic Medium"/>
              </a:rPr>
              <a:t>9 May · 20:25</a:t>
            </a:r>
            <a:endParaRPr sz="1400">
              <a:latin typeface="Franklin Gothic Medium"/>
              <a:ea typeface="Franklin Gothic Medium"/>
              <a:cs typeface="Franklin Gothic Medium"/>
            </a:endParaRPr>
          </a:p>
        </p:txBody>
      </p:sp>
      <p:pic>
        <p:nvPicPr>
          <p:cNvPr id="1331916047" name="Picture 10"/>
          <p:cNvPicPr>
            <a:picLocks noChangeAspect="1"/>
          </p:cNvPicPr>
          <p:nvPr/>
        </p:nvPicPr>
        <p:blipFill rotWithShape="1">
          <a:blip r:embed="rId5"/>
          <a:stretch/>
        </p:blipFill>
        <p:spPr bwMode="auto">
          <a:xfrm>
            <a:off x="8091221" y="2453478"/>
            <a:ext cx="3533545" cy="1987619"/>
          </a:xfrm>
          <a:prstGeom prst="rect">
            <a:avLst/>
          </a:prstGeom>
          <a:ln w="9525">
            <a:solidFill>
              <a:srgbClr val="9EB7DE"/>
            </a:solidFill>
          </a:ln>
        </p:spPr>
      </p:pic>
      <p:sp>
        <p:nvSpPr>
          <p:cNvPr id="250366240" name="TextBox 11"/>
          <p:cNvSpPr>
            <a:spLocks noGrp="1"/>
          </p:cNvSpPr>
          <p:nvPr/>
        </p:nvSpPr>
        <p:spPr bwMode="auto">
          <a:xfrm>
            <a:off x="8090139" y="4621408"/>
            <a:ext cx="3534625" cy="238963"/>
          </a:xfrm>
          <a:prstGeom prst="rect">
            <a:avLst/>
          </a:prstGeom>
          <a:noFill/>
        </p:spPr>
        <p:txBody>
          <a:bodyPr wrap="square" lIns="0" tIns="0" rIns="0" bIns="0" anchor="t">
            <a:spAutoFit/>
          </a:bodyPr>
          <a:lstStyle>
            <a:defPPr>
              <a:defRPr>
                <a:solidFill>
                  <a:srgbClr val="04579B"/>
                </a:solidFill>
              </a:defRPr>
            </a:defPPr>
            <a:lvl1pPr>
              <a:defRPr>
                <a:solidFill>
                  <a:srgbClr val="04579B"/>
                </a:solidFill>
              </a:defRPr>
            </a:lvl1pPr>
            <a:lvl2pPr>
              <a:defRPr>
                <a:solidFill>
                  <a:srgbClr val="04579B"/>
                </a:solidFill>
              </a:defRPr>
            </a:lvl2pPr>
            <a:lvl3pPr>
              <a:defRPr>
                <a:solidFill>
                  <a:srgbClr val="04579B"/>
                </a:solidFill>
              </a:defRPr>
            </a:lvl3pPr>
            <a:lvl4pPr>
              <a:defRPr>
                <a:solidFill>
                  <a:srgbClr val="04579B"/>
                </a:solidFill>
              </a:defRPr>
            </a:lvl4pPr>
            <a:lvl5pPr>
              <a:defRPr>
                <a:solidFill>
                  <a:srgbClr val="04579B"/>
                </a:solidFill>
              </a:defRPr>
            </a:lvl5pPr>
            <a:lvl6pPr>
              <a:defRPr>
                <a:solidFill>
                  <a:srgbClr val="04579B"/>
                </a:solidFill>
              </a:defRPr>
            </a:lvl6pPr>
            <a:lvl7pPr>
              <a:defRPr>
                <a:solidFill>
                  <a:srgbClr val="04579B"/>
                </a:solidFill>
              </a:defRPr>
            </a:lvl7pPr>
            <a:lvl8pPr>
              <a:defRPr>
                <a:solidFill>
                  <a:srgbClr val="04579B"/>
                </a:solidFill>
              </a:defRPr>
            </a:lvl8pPr>
            <a:lvl9pPr>
              <a:defRPr>
                <a:solidFill>
                  <a:srgbClr val="04579B"/>
                </a:solidFill>
              </a:defRPr>
            </a:lvl9pPr>
          </a:lstStyle>
          <a:p>
            <a:pPr algn="ctr">
              <a:lnSpc>
                <a:spcPct val="112000"/>
              </a:lnSpc>
              <a:spcBef>
                <a:spcPts val="0"/>
              </a:spcBef>
              <a:spcAft>
                <a:spcPts val="0"/>
              </a:spcAft>
              <a:buNone/>
              <a:defRPr/>
            </a:pPr>
            <a:r>
              <a:rPr sz="1400" b="1">
                <a:solidFill>
                  <a:srgbClr val="04579B"/>
                </a:solidFill>
                <a:latin typeface="Franklin Gothic Medium"/>
                <a:ea typeface="Franklin Gothic Medium"/>
                <a:cs typeface="Franklin Gothic Medium"/>
              </a:rPr>
              <a:t>10 May · 12:25</a:t>
            </a:r>
            <a:endParaRPr sz="1400">
              <a:latin typeface="Franklin Gothic Medium"/>
              <a:ea typeface="Franklin Gothic Medium"/>
              <a:cs typeface="Franklin Gothic Medium"/>
            </a:endParaRPr>
          </a:p>
        </p:txBody>
      </p:sp>
      <p:sp>
        <p:nvSpPr>
          <p:cNvPr id="1036992368" name="Slide Number Placeholder 3"/>
          <p:cNvSpPr>
            <a:spLocks noGrp="1"/>
          </p:cNvSpPr>
          <p:nvPr>
            <p:ph type="sldNum" idx="12"/>
          </p:nvPr>
        </p:nvSpPr>
        <p:spPr bwMode="auto">
          <a:xfrm>
            <a:off x="9492246" y="6356349"/>
            <a:ext cx="2133599" cy="365124"/>
          </a:xfrm>
        </p:spPr>
        <p:txBody>
          <a:bodyPr/>
          <a:lstStyle>
            <a:defPPr>
              <a:defRPr>
                <a:latin typeface="Franklin Gothic Book"/>
                <a:ea typeface="Franklin Gothic Book"/>
                <a:cs typeface="Franklin Gothic Book"/>
              </a:defRPr>
            </a:defPPr>
            <a:lvl1pPr>
              <a:defRPr>
                <a:latin typeface="Franklin Gothic Book"/>
                <a:ea typeface="Franklin Gothic Book"/>
                <a:cs typeface="Franklin Gothic Book"/>
              </a:defRPr>
            </a:lvl1pPr>
            <a:lvl2pPr>
              <a:defRPr>
                <a:latin typeface="Franklin Gothic Book"/>
                <a:ea typeface="Franklin Gothic Book"/>
                <a:cs typeface="Franklin Gothic Book"/>
              </a:defRPr>
            </a:lvl2pPr>
            <a:lvl3pPr>
              <a:defRPr>
                <a:latin typeface="Franklin Gothic Book"/>
                <a:ea typeface="Franklin Gothic Book"/>
                <a:cs typeface="Franklin Gothic Book"/>
              </a:defRPr>
            </a:lvl3pPr>
            <a:lvl4pPr>
              <a:defRPr>
                <a:latin typeface="Franklin Gothic Book"/>
                <a:ea typeface="Franklin Gothic Book"/>
                <a:cs typeface="Franklin Gothic Book"/>
              </a:defRPr>
            </a:lvl4pPr>
            <a:lvl5pPr>
              <a:defRPr>
                <a:latin typeface="Franklin Gothic Book"/>
                <a:ea typeface="Franklin Gothic Book"/>
                <a:cs typeface="Franklin Gothic Book"/>
              </a:defRPr>
            </a:lvl5pPr>
            <a:lvl6pPr>
              <a:defRPr>
                <a:latin typeface="Franklin Gothic Book"/>
                <a:ea typeface="Franklin Gothic Book"/>
                <a:cs typeface="Franklin Gothic Book"/>
              </a:defRPr>
            </a:lvl6pPr>
            <a:lvl7pPr>
              <a:defRPr>
                <a:latin typeface="Franklin Gothic Book"/>
                <a:ea typeface="Franklin Gothic Book"/>
                <a:cs typeface="Franklin Gothic Book"/>
              </a:defRPr>
            </a:lvl7pPr>
            <a:lvl8pPr>
              <a:defRPr>
                <a:latin typeface="Franklin Gothic Book"/>
                <a:ea typeface="Franklin Gothic Book"/>
                <a:cs typeface="Franklin Gothic Book"/>
              </a:defRPr>
            </a:lvl8pPr>
            <a:lvl9pPr>
              <a:defRPr>
                <a:latin typeface="Franklin Gothic Book"/>
                <a:ea typeface="Franklin Gothic Book"/>
                <a:cs typeface="Franklin Gothic Book"/>
              </a:defRPr>
            </a:lvl9pPr>
          </a:lstStyle>
          <a:p>
            <a:pPr>
              <a:buNone/>
              <a:defRPr/>
            </a:pPr>
            <a:fld id="{DB7BEEEC-A170-5376-2B6E-CB54687B0CB1}" type="slidenum">
              <a:rPr>
                <a:latin typeface="Franklin Gothic Book"/>
                <a:ea typeface="Franklin Gothic Book"/>
                <a:cs typeface="Franklin Gothic Book"/>
              </a:rPr>
              <a:t>11</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356081685" name=""/>
          <p:cNvSpPr>
            <a:spLocks noGrp="1"/>
          </p:cNvSpPr>
          <p:nvPr/>
        </p:nvSpPr>
        <p:spPr bwMode="auto">
          <a:xfrm>
            <a:off x="566928" y="566928"/>
            <a:ext cx="11058525" cy="552450"/>
          </a:xfrm>
          <a:prstGeom prst="rect">
            <a:avLst/>
          </a:prstGeom>
          <a:noFill/>
          <a:ln w="0">
            <a:noFill/>
          </a:ln>
        </p:spPr>
        <p:txBody>
          <a:bodyPr lIns="0" tIns="0" rIns="0" bIns="0">
            <a:noAutofit/>
          </a:bodyPr>
          <a:lstStyle>
            <a:defPPr>
              <a:defRPr sz="3600" b="1">
                <a:solidFill>
                  <a:srgbClr val="04579B"/>
                </a:solidFill>
                <a:latin typeface="Franklin Gothic Medium"/>
                <a:ea typeface="Franklin Gothic Medium"/>
                <a:cs typeface="Franklin Gothic Medium"/>
              </a:defRPr>
            </a:defPPr>
            <a:lvl1pPr>
              <a:defRPr sz="3600" b="1">
                <a:solidFill>
                  <a:srgbClr val="04579B"/>
                </a:solidFill>
                <a:latin typeface="Franklin Gothic Medium"/>
                <a:ea typeface="Franklin Gothic Medium"/>
                <a:cs typeface="Franklin Gothic Medium"/>
              </a:defRPr>
            </a:lvl1pPr>
            <a:lvl2pPr>
              <a:defRPr sz="3600" b="1">
                <a:solidFill>
                  <a:srgbClr val="04579B"/>
                </a:solidFill>
                <a:latin typeface="Franklin Gothic Medium"/>
                <a:ea typeface="Franklin Gothic Medium"/>
                <a:cs typeface="Franklin Gothic Medium"/>
              </a:defRPr>
            </a:lvl2pPr>
            <a:lvl3pPr>
              <a:defRPr sz="3600" b="1">
                <a:solidFill>
                  <a:srgbClr val="04579B"/>
                </a:solidFill>
                <a:latin typeface="Franklin Gothic Medium"/>
                <a:ea typeface="Franklin Gothic Medium"/>
                <a:cs typeface="Franklin Gothic Medium"/>
              </a:defRPr>
            </a:lvl3pPr>
            <a:lvl4pPr>
              <a:defRPr sz="3600" b="1">
                <a:solidFill>
                  <a:srgbClr val="04579B"/>
                </a:solidFill>
                <a:latin typeface="Franklin Gothic Medium"/>
                <a:ea typeface="Franklin Gothic Medium"/>
                <a:cs typeface="Franklin Gothic Medium"/>
              </a:defRPr>
            </a:lvl4pPr>
            <a:lvl5pPr>
              <a:defRPr sz="3600" b="1">
                <a:solidFill>
                  <a:srgbClr val="04579B"/>
                </a:solidFill>
                <a:latin typeface="Franklin Gothic Medium"/>
                <a:ea typeface="Franklin Gothic Medium"/>
                <a:cs typeface="Franklin Gothic Medium"/>
              </a:defRPr>
            </a:lvl5pPr>
            <a:lvl6pPr>
              <a:defRPr sz="3600" b="1">
                <a:solidFill>
                  <a:srgbClr val="04579B"/>
                </a:solidFill>
                <a:latin typeface="Franklin Gothic Medium"/>
                <a:ea typeface="Franklin Gothic Medium"/>
                <a:cs typeface="Franklin Gothic Medium"/>
              </a:defRPr>
            </a:lvl6pPr>
            <a:lvl7pPr>
              <a:defRPr sz="3600" b="1">
                <a:solidFill>
                  <a:srgbClr val="04579B"/>
                </a:solidFill>
                <a:latin typeface="Franklin Gothic Medium"/>
                <a:ea typeface="Franklin Gothic Medium"/>
                <a:cs typeface="Franklin Gothic Medium"/>
              </a:defRPr>
            </a:lvl7pPr>
            <a:lvl8pPr>
              <a:defRPr sz="3600" b="1">
                <a:solidFill>
                  <a:srgbClr val="04579B"/>
                </a:solidFill>
                <a:latin typeface="Franklin Gothic Medium"/>
                <a:ea typeface="Franklin Gothic Medium"/>
                <a:cs typeface="Franklin Gothic Medium"/>
              </a:defRPr>
            </a:lvl8pPr>
            <a:lvl9pPr>
              <a:defRPr sz="3600" b="1">
                <a:solidFill>
                  <a:srgbClr val="04579B"/>
                </a:solidFill>
                <a:latin typeface="Franklin Gothic Medium"/>
                <a:ea typeface="Franklin Gothic Medium"/>
                <a:cs typeface="Franklin Gothic Medium"/>
              </a:defRPr>
            </a:lvl9pPr>
          </a:lstStyle>
          <a:p>
            <a:pPr>
              <a:defRPr sz="3600" b="1">
                <a:solidFill>
                  <a:srgbClr val="04579B"/>
                </a:solidFill>
                <a:latin typeface="Franklin Gothic Medium"/>
                <a:ea typeface="Franklin Gothic Medium"/>
                <a:cs typeface="Franklin Gothic Medium"/>
              </a:defRPr>
            </a:pPr>
            <a:r>
              <a:rPr sz="3600" b="1">
                <a:solidFill>
                  <a:srgbClr val="04579B"/>
                </a:solidFill>
                <a:latin typeface="Franklin Gothic Medium"/>
                <a:ea typeface="Franklin Gothic Medium"/>
                <a:cs typeface="Franklin Gothic Medium"/>
              </a:rPr>
              <a:t>Forecast evaluation</a:t>
            </a:r>
            <a:endParaRPr/>
          </a:p>
        </p:txBody>
      </p:sp>
      <p:pic>
        <p:nvPicPr>
          <p:cNvPr id="1932393212" name=""/>
          <p:cNvPicPr>
            <a:picLocks noChangeAspect="1"/>
          </p:cNvPicPr>
          <p:nvPr/>
        </p:nvPicPr>
        <p:blipFill rotWithShape="1">
          <a:blip r:embed="rId3"/>
          <a:stretch/>
        </p:blipFill>
        <p:spPr bwMode="auto">
          <a:xfrm>
            <a:off x="1928813" y="1381125"/>
            <a:ext cx="8334375" cy="4286250"/>
          </a:xfrm>
          <a:prstGeom prst="rect">
            <a:avLst/>
          </a:prstGeom>
        </p:spPr>
      </p:pic>
      <p:sp>
        <p:nvSpPr>
          <p:cNvPr id="1642487439" name=""/>
          <p:cNvSpPr>
            <a:spLocks noGrp="1"/>
          </p:cNvSpPr>
          <p:nvPr/>
        </p:nvSpPr>
        <p:spPr bwMode="auto">
          <a:xfrm>
            <a:off x="571500" y="5810250"/>
            <a:ext cx="11049000" cy="361950"/>
          </a:xfrm>
          <a:prstGeom prst="rect">
            <a:avLst/>
          </a:prstGeom>
          <a:noFill/>
          <a:ln w="0">
            <a:noFill/>
          </a:ln>
        </p:spPr>
        <p:txBody>
          <a:bodyPr lIns="0" tIns="0" rIns="0" bIns="0">
            <a:noAutofit/>
          </a:bodyPr>
          <a:lstStyle>
            <a:defPPr algn="ctr">
              <a:defRPr sz="1800">
                <a:solidFill>
                  <a:srgbClr val="04579B"/>
                </a:solidFill>
                <a:latin typeface="Franklin Gothic Book"/>
                <a:ea typeface="Franklin Gothic Book"/>
                <a:cs typeface="Franklin Gothic Book"/>
              </a:defRPr>
            </a:defPPr>
            <a:lvl1pPr algn="ctr">
              <a:defRPr sz="1800">
                <a:solidFill>
                  <a:srgbClr val="04579B"/>
                </a:solidFill>
                <a:latin typeface="Franklin Gothic Book"/>
                <a:ea typeface="Franklin Gothic Book"/>
                <a:cs typeface="Franklin Gothic Book"/>
              </a:defRPr>
            </a:lvl1pPr>
            <a:lvl2pPr algn="ctr">
              <a:defRPr sz="1800">
                <a:solidFill>
                  <a:srgbClr val="04579B"/>
                </a:solidFill>
                <a:latin typeface="Franklin Gothic Book"/>
                <a:ea typeface="Franklin Gothic Book"/>
                <a:cs typeface="Franklin Gothic Book"/>
              </a:defRPr>
            </a:lvl2pPr>
            <a:lvl3pPr algn="ctr">
              <a:defRPr sz="1800">
                <a:solidFill>
                  <a:srgbClr val="04579B"/>
                </a:solidFill>
                <a:latin typeface="Franklin Gothic Book"/>
                <a:ea typeface="Franklin Gothic Book"/>
                <a:cs typeface="Franklin Gothic Book"/>
              </a:defRPr>
            </a:lvl3pPr>
            <a:lvl4pPr algn="ctr">
              <a:defRPr sz="1800">
                <a:solidFill>
                  <a:srgbClr val="04579B"/>
                </a:solidFill>
                <a:latin typeface="Franklin Gothic Book"/>
                <a:ea typeface="Franklin Gothic Book"/>
                <a:cs typeface="Franklin Gothic Book"/>
              </a:defRPr>
            </a:lvl4pPr>
            <a:lvl5pPr algn="ctr">
              <a:defRPr sz="1800">
                <a:solidFill>
                  <a:srgbClr val="04579B"/>
                </a:solidFill>
                <a:latin typeface="Franklin Gothic Book"/>
                <a:ea typeface="Franklin Gothic Book"/>
                <a:cs typeface="Franklin Gothic Book"/>
              </a:defRPr>
            </a:lvl5pPr>
            <a:lvl6pPr algn="ctr">
              <a:defRPr sz="1800">
                <a:solidFill>
                  <a:srgbClr val="04579B"/>
                </a:solidFill>
                <a:latin typeface="Franklin Gothic Book"/>
                <a:ea typeface="Franklin Gothic Book"/>
                <a:cs typeface="Franklin Gothic Book"/>
              </a:defRPr>
            </a:lvl6pPr>
            <a:lvl7pPr algn="ctr">
              <a:defRPr sz="1800">
                <a:solidFill>
                  <a:srgbClr val="04579B"/>
                </a:solidFill>
                <a:latin typeface="Franklin Gothic Book"/>
                <a:ea typeface="Franklin Gothic Book"/>
                <a:cs typeface="Franklin Gothic Book"/>
              </a:defRPr>
            </a:lvl7pPr>
            <a:lvl8pPr algn="ctr">
              <a:defRPr sz="1800">
                <a:solidFill>
                  <a:srgbClr val="04579B"/>
                </a:solidFill>
                <a:latin typeface="Franklin Gothic Book"/>
                <a:ea typeface="Franklin Gothic Book"/>
                <a:cs typeface="Franklin Gothic Book"/>
              </a:defRPr>
            </a:lvl8pPr>
            <a:lvl9pPr algn="ctr">
              <a:defRPr sz="1800">
                <a:solidFill>
                  <a:srgbClr val="04579B"/>
                </a:solidFill>
                <a:latin typeface="Franklin Gothic Book"/>
                <a:ea typeface="Franklin Gothic Book"/>
                <a:cs typeface="Franklin Gothic Book"/>
              </a:defRPr>
            </a:lvl9pPr>
          </a:lstStyle>
          <a:p>
            <a:pPr algn="ctr">
              <a:defRPr sz="1800">
                <a:solidFill>
                  <a:srgbClr val="04579B"/>
                </a:solidFill>
                <a:latin typeface="Franklin Gothic Book"/>
                <a:ea typeface="Franklin Gothic Book"/>
                <a:cs typeface="Franklin Gothic Book"/>
              </a:defRPr>
            </a:pPr>
            <a:r>
              <a:rPr sz="1800">
                <a:solidFill>
                  <a:srgbClr val="04579B"/>
                </a:solidFill>
                <a:latin typeface="Franklin Gothic Book"/>
                <a:ea typeface="Franklin Gothic Book"/>
                <a:cs typeface="Franklin Gothic Book"/>
              </a:rPr>
              <a:t>MAE    RLS: 5.54 pp    Persistence: 4.65 pp</a:t>
            </a:r>
            <a:endParaRPr/>
          </a:p>
        </p:txBody>
      </p:sp>
      <p:sp>
        <p:nvSpPr>
          <p:cNvPr id="2073457894" name="Slide Number Placeholder 3"/>
          <p:cNvSpPr>
            <a:spLocks noGrp="1"/>
          </p:cNvSpPr>
          <p:nvPr>
            <p:ph type="sldNum" idx="12"/>
          </p:nvPr>
        </p:nvSpPr>
        <p:spPr bwMode="auto">
          <a:xfrm>
            <a:off x="9571075" y="6356349"/>
            <a:ext cx="2133599" cy="365124"/>
          </a:xfrm>
        </p:spPr>
        <p:txBody>
          <a:bodyPr/>
          <a:lstStyle>
            <a:defPPr>
              <a:defRPr>
                <a:latin typeface="Franklin Gothic Book"/>
                <a:ea typeface="Franklin Gothic Book"/>
                <a:cs typeface="Franklin Gothic Book"/>
              </a:defRPr>
            </a:defPPr>
            <a:lvl1pPr>
              <a:defRPr>
                <a:latin typeface="Franklin Gothic Book"/>
                <a:ea typeface="Franklin Gothic Book"/>
                <a:cs typeface="Franklin Gothic Book"/>
              </a:defRPr>
            </a:lvl1pPr>
            <a:lvl2pPr>
              <a:defRPr>
                <a:latin typeface="Franklin Gothic Book"/>
                <a:ea typeface="Franklin Gothic Book"/>
                <a:cs typeface="Franklin Gothic Book"/>
              </a:defRPr>
            </a:lvl2pPr>
            <a:lvl3pPr>
              <a:defRPr>
                <a:latin typeface="Franklin Gothic Book"/>
                <a:ea typeface="Franklin Gothic Book"/>
                <a:cs typeface="Franklin Gothic Book"/>
              </a:defRPr>
            </a:lvl3pPr>
            <a:lvl4pPr>
              <a:defRPr>
                <a:latin typeface="Franklin Gothic Book"/>
                <a:ea typeface="Franklin Gothic Book"/>
                <a:cs typeface="Franklin Gothic Book"/>
              </a:defRPr>
            </a:lvl4pPr>
            <a:lvl5pPr>
              <a:defRPr>
                <a:latin typeface="Franklin Gothic Book"/>
                <a:ea typeface="Franklin Gothic Book"/>
                <a:cs typeface="Franklin Gothic Book"/>
              </a:defRPr>
            </a:lvl5pPr>
            <a:lvl6pPr>
              <a:defRPr>
                <a:latin typeface="Franklin Gothic Book"/>
                <a:ea typeface="Franklin Gothic Book"/>
                <a:cs typeface="Franklin Gothic Book"/>
              </a:defRPr>
            </a:lvl6pPr>
            <a:lvl7pPr>
              <a:defRPr>
                <a:latin typeface="Franklin Gothic Book"/>
                <a:ea typeface="Franklin Gothic Book"/>
                <a:cs typeface="Franklin Gothic Book"/>
              </a:defRPr>
            </a:lvl7pPr>
            <a:lvl8pPr>
              <a:defRPr>
                <a:latin typeface="Franklin Gothic Book"/>
                <a:ea typeface="Franklin Gothic Book"/>
                <a:cs typeface="Franklin Gothic Book"/>
              </a:defRPr>
            </a:lvl8pPr>
            <a:lvl9pPr>
              <a:defRPr>
                <a:latin typeface="Franklin Gothic Book"/>
                <a:ea typeface="Franklin Gothic Book"/>
                <a:cs typeface="Franklin Gothic Book"/>
              </a:defRPr>
            </a:lvl9pPr>
          </a:lstStyle>
          <a:p>
            <a:pPr>
              <a:buNone/>
              <a:defRPr/>
            </a:pPr>
            <a:fld id="{30394428-F1DC-E5F6-DB0C-7DE31F3D8A23}" type="slidenum">
              <a:rPr>
                <a:latin typeface="Franklin Gothic Book"/>
                <a:ea typeface="Franklin Gothic Book"/>
                <a:cs typeface="Franklin Gothic Book"/>
              </a:rPr>
              <a:t>12</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24819220" name="TextBox 2"/>
          <p:cNvSpPr>
            <a:spLocks noGrp="1"/>
          </p:cNvSpPr>
          <p:nvPr/>
        </p:nvSpPr>
        <p:spPr bwMode="auto">
          <a:xfrm>
            <a:off x="566928" y="566928"/>
            <a:ext cx="11066837" cy="548640"/>
          </a:xfrm>
          <a:prstGeom prst="rect">
            <a:avLst/>
          </a:prstGeom>
          <a:noFill/>
        </p:spPr>
        <p:txBody>
          <a:bodyPr wrap="square" lIns="0" tIns="0" rIns="0" bIns="0" anchor="t">
            <a:spAutoFit/>
          </a:bodyPr>
          <a:lstStyle/>
          <a:p>
            <a:pPr algn="l">
              <a:lnSpc>
                <a:spcPct val="100000"/>
              </a:lnSpc>
              <a:spcBef>
                <a:spcPts val="0"/>
              </a:spcBef>
              <a:spcAft>
                <a:spcPts val="0"/>
              </a:spcAft>
              <a:buNone/>
              <a:defRPr/>
            </a:pPr>
            <a:r>
              <a:rPr sz="3600" b="1">
                <a:solidFill>
                  <a:srgbClr val="04579B"/>
                </a:solidFill>
                <a:latin typeface="Franklin Gothic Medium"/>
                <a:ea typeface="Franklin Gothic Medium"/>
                <a:cs typeface="Franklin Gothic Medium"/>
              </a:rPr>
              <a:t>Limitations</a:t>
            </a:r>
            <a:endParaRPr sz="2200">
              <a:latin typeface="Franklin Gothic Medium"/>
              <a:ea typeface="Franklin Gothic Medium"/>
              <a:cs typeface="Franklin Gothic Medium"/>
            </a:endParaRPr>
          </a:p>
        </p:txBody>
      </p:sp>
      <p:sp>
        <p:nvSpPr>
          <p:cNvPr id="884354512" name="TextBox 7"/>
          <p:cNvSpPr>
            <a:spLocks noGrp="1"/>
          </p:cNvSpPr>
          <p:nvPr/>
        </p:nvSpPr>
        <p:spPr bwMode="auto">
          <a:xfrm>
            <a:off x="768096" y="1837944"/>
            <a:ext cx="5001660" cy="341376"/>
          </a:xfrm>
          <a:prstGeom prst="rect">
            <a:avLst/>
          </a:prstGeom>
          <a:noFill/>
        </p:spPr>
        <p:txBody>
          <a:bodyPr wrap="square" lIns="0" tIns="0" rIns="0" bIns="0" anchor="t">
            <a:spAutoFit/>
          </a:bodyPr>
          <a:lstStyle/>
          <a:p>
            <a:pPr algn="l">
              <a:lnSpc>
                <a:spcPct val="112000"/>
              </a:lnSpc>
              <a:spcBef>
                <a:spcPts val="0"/>
              </a:spcBef>
              <a:spcAft>
                <a:spcPts val="300"/>
              </a:spcAft>
              <a:buNone/>
              <a:defRPr/>
            </a:pPr>
            <a:r>
              <a:rPr sz="2000" b="1">
                <a:solidFill>
                  <a:srgbClr val="04579B"/>
                </a:solidFill>
                <a:latin typeface="Franklin Gothic Medium"/>
                <a:ea typeface="Franklin Gothic Medium"/>
                <a:cs typeface="Franklin Gothic Medium"/>
              </a:rPr>
              <a:t>One plant, no control group</a:t>
            </a:r>
            <a:endParaRPr sz="2600">
              <a:latin typeface="Franklin Gothic Medium"/>
              <a:ea typeface="Franklin Gothic Medium"/>
              <a:cs typeface="Franklin Gothic Medium"/>
            </a:endParaRPr>
          </a:p>
        </p:txBody>
      </p:sp>
      <p:sp>
        <p:nvSpPr>
          <p:cNvPr id="1269736159" name="TextBox 9"/>
          <p:cNvSpPr>
            <a:spLocks noGrp="1"/>
          </p:cNvSpPr>
          <p:nvPr/>
        </p:nvSpPr>
        <p:spPr bwMode="auto">
          <a:xfrm>
            <a:off x="6434172" y="1837944"/>
            <a:ext cx="5012100" cy="341376"/>
          </a:xfrm>
          <a:prstGeom prst="rect">
            <a:avLst/>
          </a:prstGeom>
          <a:noFill/>
        </p:spPr>
        <p:txBody>
          <a:bodyPr wrap="square" lIns="0" tIns="0" rIns="0" bIns="0" anchor="t">
            <a:spAutoFit/>
          </a:bodyPr>
          <a:lstStyle/>
          <a:p>
            <a:pPr algn="l">
              <a:lnSpc>
                <a:spcPct val="112000"/>
              </a:lnSpc>
              <a:spcBef>
                <a:spcPts val="0"/>
              </a:spcBef>
              <a:spcAft>
                <a:spcPts val="300"/>
              </a:spcAft>
              <a:buNone/>
              <a:defRPr/>
            </a:pPr>
            <a:r>
              <a:rPr sz="2000" b="1" i="0" u="none" strike="noStrike" cap="none" spc="0">
                <a:solidFill>
                  <a:srgbClr val="04579B"/>
                </a:solidFill>
                <a:latin typeface="Franklin Gothic Medium"/>
                <a:ea typeface="Franklin Gothic Medium"/>
                <a:cs typeface="Franklin Gothic Medium"/>
              </a:rPr>
              <a:t>Sensor and hardware failures</a:t>
            </a:r>
            <a:endParaRPr sz="2600">
              <a:latin typeface="Franklin Gothic Medium"/>
              <a:ea typeface="Franklin Gothic Medium"/>
              <a:cs typeface="Franklin Gothic Medium"/>
            </a:endParaRPr>
          </a:p>
        </p:txBody>
      </p:sp>
      <p:sp>
        <p:nvSpPr>
          <p:cNvPr id="844591636" name="TextBox 11"/>
          <p:cNvSpPr>
            <a:spLocks noGrp="1"/>
          </p:cNvSpPr>
          <p:nvPr/>
        </p:nvSpPr>
        <p:spPr bwMode="auto">
          <a:xfrm>
            <a:off x="768096" y="4078221"/>
            <a:ext cx="5002741" cy="341376"/>
          </a:xfrm>
          <a:prstGeom prst="rect">
            <a:avLst/>
          </a:prstGeom>
          <a:noFill/>
        </p:spPr>
        <p:txBody>
          <a:bodyPr wrap="square" lIns="0" tIns="0" rIns="0" bIns="0" anchor="t">
            <a:spAutoFit/>
          </a:bodyPr>
          <a:lstStyle/>
          <a:p>
            <a:pPr algn="l">
              <a:lnSpc>
                <a:spcPct val="112000"/>
              </a:lnSpc>
              <a:spcBef>
                <a:spcPts val="0"/>
              </a:spcBef>
              <a:spcAft>
                <a:spcPts val="300"/>
              </a:spcAft>
              <a:buNone/>
              <a:defRPr/>
            </a:pPr>
            <a:r>
              <a:rPr sz="2000" b="1">
                <a:solidFill>
                  <a:srgbClr val="04579B"/>
                </a:solidFill>
                <a:latin typeface="Franklin Gothic Medium"/>
                <a:ea typeface="Franklin Gothic Medium"/>
                <a:cs typeface="Franklin Gothic Medium"/>
              </a:rPr>
              <a:t>Unvalidated health estimates</a:t>
            </a:r>
            <a:endParaRPr sz="2600">
              <a:latin typeface="Franklin Gothic Medium"/>
              <a:ea typeface="Franklin Gothic Medium"/>
              <a:cs typeface="Franklin Gothic Medium"/>
            </a:endParaRPr>
          </a:p>
        </p:txBody>
      </p:sp>
      <p:sp>
        <p:nvSpPr>
          <p:cNvPr id="761097689" name="TextBox 13"/>
          <p:cNvSpPr>
            <a:spLocks noGrp="1"/>
          </p:cNvSpPr>
          <p:nvPr/>
        </p:nvSpPr>
        <p:spPr bwMode="auto">
          <a:xfrm>
            <a:off x="6434172" y="4078220"/>
            <a:ext cx="5013539" cy="341376"/>
          </a:xfrm>
          <a:prstGeom prst="rect">
            <a:avLst/>
          </a:prstGeom>
          <a:noFill/>
        </p:spPr>
        <p:txBody>
          <a:bodyPr wrap="square" lIns="0" tIns="0" rIns="0" bIns="0" anchor="t">
            <a:spAutoFit/>
          </a:bodyPr>
          <a:lstStyle/>
          <a:p>
            <a:pPr algn="l">
              <a:lnSpc>
                <a:spcPct val="112000"/>
              </a:lnSpc>
              <a:spcBef>
                <a:spcPts val="0"/>
              </a:spcBef>
              <a:spcAft>
                <a:spcPts val="300"/>
              </a:spcAft>
              <a:buNone/>
              <a:defRPr/>
            </a:pPr>
            <a:r>
              <a:rPr sz="2000" b="1">
                <a:solidFill>
                  <a:srgbClr val="04579B"/>
                </a:solidFill>
                <a:latin typeface="Franklin Gothic Medium"/>
                <a:ea typeface="Franklin Gothic Medium"/>
                <a:cs typeface="Franklin Gothic Medium"/>
              </a:rPr>
              <a:t>Transfer and scaling untested</a:t>
            </a:r>
            <a:endParaRPr sz="2600">
              <a:latin typeface="Franklin Gothic Medium"/>
              <a:ea typeface="Franklin Gothic Medium"/>
              <a:cs typeface="Franklin Gothic Medium"/>
            </a:endParaRPr>
          </a:p>
        </p:txBody>
      </p:sp>
      <p:sp>
        <p:nvSpPr>
          <p:cNvPr id="606952" name="Slide Number Placeholder 3"/>
          <p:cNvSpPr>
            <a:spLocks noGrp="1"/>
          </p:cNvSpPr>
          <p:nvPr>
            <p:ph type="sldNum" idx="12"/>
          </p:nvPr>
        </p:nvSpPr>
        <p:spPr bwMode="auto">
          <a:xfrm>
            <a:off x="9496205" y="6356349"/>
            <a:ext cx="2133599" cy="365124"/>
          </a:xfrm>
        </p:spPr>
        <p:txBody>
          <a:bodyPr/>
          <a:lstStyle>
            <a:defPPr>
              <a:defRPr>
                <a:latin typeface="Franklin Gothic Book"/>
                <a:ea typeface="Franklin Gothic Book"/>
                <a:cs typeface="Franklin Gothic Book"/>
              </a:defRPr>
            </a:defPPr>
            <a:lvl1pPr>
              <a:defRPr>
                <a:latin typeface="Franklin Gothic Book"/>
                <a:ea typeface="Franklin Gothic Book"/>
                <a:cs typeface="Franklin Gothic Book"/>
              </a:defRPr>
            </a:lvl1pPr>
            <a:lvl2pPr>
              <a:defRPr>
                <a:latin typeface="Franklin Gothic Book"/>
                <a:ea typeface="Franklin Gothic Book"/>
                <a:cs typeface="Franklin Gothic Book"/>
              </a:defRPr>
            </a:lvl2pPr>
            <a:lvl3pPr>
              <a:defRPr>
                <a:latin typeface="Franklin Gothic Book"/>
                <a:ea typeface="Franklin Gothic Book"/>
                <a:cs typeface="Franklin Gothic Book"/>
              </a:defRPr>
            </a:lvl3pPr>
            <a:lvl4pPr>
              <a:defRPr>
                <a:latin typeface="Franklin Gothic Book"/>
                <a:ea typeface="Franklin Gothic Book"/>
                <a:cs typeface="Franklin Gothic Book"/>
              </a:defRPr>
            </a:lvl4pPr>
            <a:lvl5pPr>
              <a:defRPr>
                <a:latin typeface="Franklin Gothic Book"/>
                <a:ea typeface="Franklin Gothic Book"/>
                <a:cs typeface="Franklin Gothic Book"/>
              </a:defRPr>
            </a:lvl5pPr>
            <a:lvl6pPr>
              <a:defRPr>
                <a:latin typeface="Franklin Gothic Book"/>
                <a:ea typeface="Franklin Gothic Book"/>
                <a:cs typeface="Franklin Gothic Book"/>
              </a:defRPr>
            </a:lvl6pPr>
            <a:lvl7pPr>
              <a:defRPr>
                <a:latin typeface="Franklin Gothic Book"/>
                <a:ea typeface="Franklin Gothic Book"/>
                <a:cs typeface="Franklin Gothic Book"/>
              </a:defRPr>
            </a:lvl7pPr>
            <a:lvl8pPr>
              <a:defRPr>
                <a:latin typeface="Franklin Gothic Book"/>
                <a:ea typeface="Franklin Gothic Book"/>
                <a:cs typeface="Franklin Gothic Book"/>
              </a:defRPr>
            </a:lvl8pPr>
            <a:lvl9pPr>
              <a:defRPr>
                <a:latin typeface="Franklin Gothic Book"/>
                <a:ea typeface="Franklin Gothic Book"/>
                <a:cs typeface="Franklin Gothic Book"/>
              </a:defRPr>
            </a:lvl9pPr>
          </a:lstStyle>
          <a:p>
            <a:pPr>
              <a:buNone/>
              <a:defRPr/>
            </a:pPr>
            <a:r>
              <a:rPr>
                <a:latin typeface="Franklin Gothic Book"/>
                <a:ea typeface="Franklin Gothic Book"/>
                <a:cs typeface="Franklin Gothic Book"/>
              </a:rPr>
              <a:t>10</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93059029" name="TextBox 2"/>
          <p:cNvSpPr>
            <a:spLocks noGrp="1"/>
          </p:cNvSpPr>
          <p:nvPr/>
        </p:nvSpPr>
        <p:spPr bwMode="auto">
          <a:xfrm>
            <a:off x="0" y="1089659"/>
            <a:ext cx="12192054" cy="683111"/>
          </a:xfrm>
          <a:prstGeom prst="rect">
            <a:avLst/>
          </a:prstGeom>
          <a:noFill/>
        </p:spPr>
        <p:txBody>
          <a:bodyPr wrap="square" lIns="0" tIns="0" rIns="0" bIns="0" anchor="t">
            <a:spAutoFit/>
          </a:bodyPr>
          <a:lstStyle/>
          <a:p>
            <a:pPr algn="ctr">
              <a:lnSpc>
                <a:spcPct val="112000"/>
              </a:lnSpc>
              <a:spcBef>
                <a:spcPts val="0"/>
              </a:spcBef>
              <a:spcAft>
                <a:spcPts val="0"/>
              </a:spcAft>
              <a:buNone/>
              <a:defRPr/>
            </a:pPr>
            <a:r>
              <a:rPr sz="4000" b="1">
                <a:solidFill>
                  <a:srgbClr val="04579B"/>
                </a:solidFill>
                <a:latin typeface="Franklin Gothic Medium"/>
                <a:ea typeface="Franklin Gothic Medium"/>
                <a:cs typeface="Franklin Gothic Medium"/>
              </a:rPr>
              <a:t>Thank you.</a:t>
            </a:r>
            <a:endParaRPr>
              <a:latin typeface="Franklin Gothic Medium"/>
              <a:ea typeface="Franklin Gothic Medium"/>
              <a:cs typeface="Franklin Gothic Medium"/>
            </a:endParaRPr>
          </a:p>
        </p:txBody>
      </p:sp>
      <p:sp>
        <p:nvSpPr>
          <p:cNvPr id="1265916933" name="TextBox 3"/>
          <p:cNvSpPr>
            <a:spLocks noGrp="1"/>
          </p:cNvSpPr>
          <p:nvPr/>
        </p:nvSpPr>
        <p:spPr bwMode="auto">
          <a:xfrm>
            <a:off x="0" y="4137659"/>
            <a:ext cx="12192774" cy="239322"/>
          </a:xfrm>
          <a:prstGeom prst="rect">
            <a:avLst/>
          </a:prstGeom>
          <a:noFill/>
        </p:spPr>
        <p:txBody>
          <a:bodyPr wrap="square" lIns="0" tIns="0" rIns="0" bIns="0" anchor="t">
            <a:spAutoFit/>
          </a:bodyPr>
          <a:lstStyle/>
          <a:p>
            <a:pPr algn="ctr">
              <a:lnSpc>
                <a:spcPct val="112000"/>
              </a:lnSpc>
              <a:spcBef>
                <a:spcPts val="0"/>
              </a:spcBef>
              <a:spcAft>
                <a:spcPts val="0"/>
              </a:spcAft>
              <a:buNone/>
              <a:defRPr/>
            </a:pPr>
            <a:r>
              <a:rPr sz="1400" b="0">
                <a:solidFill>
                  <a:schemeClr val="tx1"/>
                </a:solidFill>
                <a:latin typeface="Franklin Gothic Book"/>
                <a:ea typeface="Franklin Gothic Book"/>
                <a:cs typeface="Franklin Gothic Book"/>
              </a:rPr>
              <a:t>I look forward to your questions.</a:t>
            </a:r>
            <a:endParaRPr sz="1600">
              <a:solidFill>
                <a:schemeClr val="tx1"/>
              </a:solidFill>
              <a:latin typeface="Franklin Gothic Book"/>
              <a:ea typeface="Franklin Gothic Book"/>
              <a:cs typeface="Franklin Gothic Book"/>
            </a:endParaRPr>
          </a:p>
        </p:txBody>
      </p:sp>
      <p:pic>
        <p:nvPicPr>
          <p:cNvPr id="389963861" name=""/>
          <p:cNvPicPr>
            <a:picLocks noChangeAspect="1"/>
          </p:cNvPicPr>
          <p:nvPr/>
        </p:nvPicPr>
        <p:blipFill rotWithShape="1">
          <a:blip r:embed="rId3"/>
          <a:stretch/>
        </p:blipFill>
        <p:spPr bwMode="auto">
          <a:xfrm flipH="0" flipV="0">
            <a:off x="5107831" y="1913618"/>
            <a:ext cx="2071639" cy="207163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11275453" name="TextBox 2"/>
          <p:cNvSpPr>
            <a:spLocks noGrp="1"/>
          </p:cNvSpPr>
          <p:nvPr/>
        </p:nvSpPr>
        <p:spPr bwMode="auto">
          <a:xfrm>
            <a:off x="566928" y="566928"/>
            <a:ext cx="11075838" cy="548999"/>
          </a:xfrm>
          <a:prstGeom prst="rect">
            <a:avLst/>
          </a:prstGeom>
          <a:noFill/>
        </p:spPr>
        <p:txBody>
          <a:bodyPr wrap="square" lIns="0" tIns="0" rIns="0" bIns="0" anchor="t">
            <a:spAutoFit/>
          </a:bodyPr>
          <a:lstStyle/>
          <a:p>
            <a:pPr algn="l">
              <a:lnSpc>
                <a:spcPct val="100000"/>
              </a:lnSpc>
              <a:spcBef>
                <a:spcPts val="0"/>
              </a:spcBef>
              <a:spcAft>
                <a:spcPts val="0"/>
              </a:spcAft>
              <a:buNone/>
              <a:defRPr/>
            </a:pPr>
            <a:r>
              <a:rPr sz="3600" b="1">
                <a:solidFill>
                  <a:srgbClr val="04579B"/>
                </a:solidFill>
                <a:latin typeface="Franklin Gothic Medium"/>
                <a:ea typeface="Franklin Gothic Medium"/>
                <a:cs typeface="Franklin Gothic Medium"/>
              </a:rPr>
              <a:t>Formalization of the Digital Twin</a:t>
            </a:r>
            <a:endParaRPr sz="2200">
              <a:latin typeface="Franklin Gothic Medium"/>
              <a:ea typeface="Franklin Gothic Medium"/>
              <a:cs typeface="Franklin Gothic Medium"/>
            </a:endParaRPr>
          </a:p>
        </p:txBody>
      </p:sp>
      <p:sp>
        <p:nvSpPr>
          <p:cNvPr id="1450303212" name="TextBox 6"/>
          <p:cNvSpPr>
            <a:spLocks noGrp="1"/>
          </p:cNvSpPr>
          <p:nvPr/>
        </p:nvSpPr>
        <p:spPr bwMode="auto">
          <a:xfrm>
            <a:off x="566928" y="2035665"/>
            <a:ext cx="11058918" cy="512424"/>
          </a:xfrm>
          <a:prstGeom prst="rect">
            <a:avLst/>
          </a:prstGeom>
          <a:noFill/>
        </p:spPr>
        <p:txBody>
          <a:bodyPr wrap="square" lIns="0" tIns="0" rIns="0" bIns="0" anchor="t">
            <a:spAutoFit/>
          </a:bodyPr>
          <a:lstStyle/>
          <a:p>
            <a:pPr algn="ctr">
              <a:lnSpc>
                <a:spcPct val="112000"/>
              </a:lnSpc>
              <a:spcBef>
                <a:spcPts val="0"/>
              </a:spcBef>
              <a:spcAft>
                <a:spcPts val="0"/>
              </a:spcAft>
              <a:buNone/>
              <a:defRPr/>
            </a:pPr>
            <a:r>
              <a:rPr sz="3000" b="1">
                <a:solidFill>
                  <a:srgbClr val="04579B"/>
                </a:solidFill>
                <a:latin typeface="Arial"/>
                <a:ea typeface="Arial"/>
                <a:cs typeface="Arial"/>
              </a:rPr>
              <a:t>S(t)</a:t>
            </a:r>
            <a:r>
              <a:rPr sz="2600" b="0">
                <a:solidFill>
                  <a:srgbClr val="4A6F94"/>
                </a:solidFill>
                <a:latin typeface="Arial"/>
                <a:ea typeface="Arial"/>
                <a:cs typeface="Arial"/>
              </a:rPr>
              <a:t>  =  { </a:t>
            </a:r>
            <a:r>
              <a:rPr sz="3000" b="1">
                <a:solidFill>
                  <a:srgbClr val="04579B"/>
                </a:solidFill>
                <a:latin typeface="Arial"/>
                <a:ea typeface="Arial"/>
                <a:cs typeface="Arial"/>
              </a:rPr>
              <a:t>E(t)</a:t>
            </a:r>
            <a:r>
              <a:rPr sz="2600" b="0">
                <a:solidFill>
                  <a:srgbClr val="4A6F94"/>
                </a:solidFill>
                <a:latin typeface="Arial"/>
                <a:ea typeface="Arial"/>
                <a:cs typeface="Arial"/>
              </a:rPr>
              <a:t> ,  </a:t>
            </a:r>
            <a:r>
              <a:rPr sz="3000" b="1">
                <a:solidFill>
                  <a:srgbClr val="A2BF8A"/>
                </a:solidFill>
                <a:latin typeface="Arial"/>
                <a:ea typeface="Arial"/>
                <a:cs typeface="Arial"/>
              </a:rPr>
              <a:t>O(t)</a:t>
            </a:r>
            <a:r>
              <a:rPr sz="2600" b="0">
                <a:solidFill>
                  <a:srgbClr val="4A6F94"/>
                </a:solidFill>
                <a:latin typeface="Arial"/>
                <a:ea typeface="Arial"/>
                <a:cs typeface="Arial"/>
              </a:rPr>
              <a:t> ,  </a:t>
            </a:r>
            <a:r>
              <a:rPr sz="3000" b="1">
                <a:solidFill>
                  <a:srgbClr val="C2BAE8"/>
                </a:solidFill>
                <a:latin typeface="Arial"/>
                <a:ea typeface="Arial"/>
                <a:cs typeface="Arial"/>
              </a:rPr>
              <a:t>Q(t)</a:t>
            </a:r>
            <a:r>
              <a:rPr sz="2600" b="0">
                <a:solidFill>
                  <a:srgbClr val="4A6F94"/>
                </a:solidFill>
                <a:latin typeface="Arial"/>
                <a:ea typeface="Arial"/>
                <a:cs typeface="Arial"/>
              </a:rPr>
              <a:t> }</a:t>
            </a:r>
            <a:endParaRPr/>
          </a:p>
        </p:txBody>
      </p:sp>
      <p:sp>
        <p:nvSpPr>
          <p:cNvPr id="1338500804" name="TextBox 8"/>
          <p:cNvSpPr>
            <a:spLocks noGrp="1"/>
          </p:cNvSpPr>
          <p:nvPr/>
        </p:nvSpPr>
        <p:spPr bwMode="auto">
          <a:xfrm>
            <a:off x="748188" y="4191433"/>
            <a:ext cx="3140904" cy="1896927"/>
          </a:xfrm>
          <a:prstGeom prst="rect">
            <a:avLst/>
          </a:prstGeom>
          <a:noFill/>
        </p:spPr>
        <p:txBody>
          <a:bodyPr wrap="square" lIns="0" tIns="0" rIns="0" bIns="0" anchor="t">
            <a:spAutoFit/>
          </a:bodyPr>
          <a:lstStyle/>
          <a:p>
            <a:pPr algn="l">
              <a:lnSpc>
                <a:spcPct val="112000"/>
              </a:lnSpc>
              <a:spcBef>
                <a:spcPts val="0"/>
              </a:spcBef>
              <a:spcAft>
                <a:spcPts val="600"/>
              </a:spcAft>
              <a:buNone/>
              <a:defRPr/>
            </a:pPr>
            <a:r>
              <a:rPr sz="2000" b="1">
                <a:solidFill>
                  <a:srgbClr val="04579B"/>
                </a:solidFill>
                <a:latin typeface="Franklin Gothic Medium"/>
                <a:ea typeface="Franklin Gothic Medium"/>
                <a:cs typeface="Franklin Gothic Medium"/>
              </a:rPr>
              <a:t>E(t) - Environment</a:t>
            </a:r>
            <a:endParaRPr sz="2600">
              <a:latin typeface="Franklin Gothic Medium"/>
              <a:ea typeface="Franklin Gothic Medium"/>
              <a:cs typeface="Franklin Gothic Medium"/>
            </a:endParaRPr>
          </a:p>
          <a:p>
            <a:pPr algn="l">
              <a:lnSpc>
                <a:spcPct val="112000"/>
              </a:lnSpc>
              <a:spcBef>
                <a:spcPts val="0"/>
              </a:spcBef>
              <a:spcAft>
                <a:spcPts val="300"/>
              </a:spcAft>
              <a:buNone/>
              <a:defRPr/>
            </a:pPr>
            <a:r>
              <a:rPr sz="1400" b="0">
                <a:solidFill>
                  <a:schemeClr val="tx1"/>
                </a:solidFill>
                <a:latin typeface="Franklin Gothic Book"/>
                <a:ea typeface="Franklin Gothic Book"/>
                <a:cs typeface="Franklin Gothic Book"/>
              </a:rPr>
              <a:t>L  light (lx)</a:t>
            </a:r>
            <a:endParaRPr sz="2200">
              <a:solidFill>
                <a:schemeClr val="tx1"/>
              </a:solidFill>
              <a:latin typeface="Franklin Gothic Book"/>
              <a:ea typeface="Franklin Gothic Book"/>
              <a:cs typeface="Franklin Gothic Book"/>
            </a:endParaRPr>
          </a:p>
          <a:p>
            <a:pPr algn="l">
              <a:lnSpc>
                <a:spcPct val="112000"/>
              </a:lnSpc>
              <a:spcBef>
                <a:spcPts val="0"/>
              </a:spcBef>
              <a:spcAft>
                <a:spcPts val="300"/>
              </a:spcAft>
              <a:buNone/>
              <a:defRPr/>
            </a:pPr>
            <a:r>
              <a:rPr sz="1400" b="0">
                <a:solidFill>
                  <a:schemeClr val="tx1"/>
                </a:solidFill>
                <a:latin typeface="Franklin Gothic Book"/>
                <a:ea typeface="Franklin Gothic Book"/>
                <a:cs typeface="Franklin Gothic Book"/>
              </a:rPr>
              <a:t>M  soil moisture (%)</a:t>
            </a:r>
            <a:endParaRPr sz="2200">
              <a:solidFill>
                <a:schemeClr val="tx1"/>
              </a:solidFill>
              <a:latin typeface="Franklin Gothic Book"/>
              <a:ea typeface="Franklin Gothic Book"/>
              <a:cs typeface="Franklin Gothic Book"/>
            </a:endParaRPr>
          </a:p>
          <a:p>
            <a:pPr algn="l">
              <a:lnSpc>
                <a:spcPct val="112000"/>
              </a:lnSpc>
              <a:spcBef>
                <a:spcPts val="0"/>
              </a:spcBef>
              <a:spcAft>
                <a:spcPts val="300"/>
              </a:spcAft>
              <a:buNone/>
              <a:defRPr/>
            </a:pPr>
            <a:r>
              <a:rPr sz="1400" b="0">
                <a:solidFill>
                  <a:schemeClr val="tx1"/>
                </a:solidFill>
                <a:latin typeface="Franklin Gothic Book"/>
                <a:ea typeface="Franklin Gothic Book"/>
                <a:cs typeface="Franklin Gothic Book"/>
              </a:rPr>
              <a:t>T  air temperature (°C)</a:t>
            </a:r>
            <a:endParaRPr sz="2200">
              <a:solidFill>
                <a:schemeClr val="tx1"/>
              </a:solidFill>
              <a:latin typeface="Franklin Gothic Book"/>
              <a:ea typeface="Franklin Gothic Book"/>
              <a:cs typeface="Franklin Gothic Book"/>
            </a:endParaRPr>
          </a:p>
          <a:p>
            <a:pPr algn="l">
              <a:lnSpc>
                <a:spcPct val="112000"/>
              </a:lnSpc>
              <a:spcBef>
                <a:spcPts val="0"/>
              </a:spcBef>
              <a:spcAft>
                <a:spcPts val="800"/>
              </a:spcAft>
              <a:buNone/>
              <a:defRPr/>
            </a:pPr>
            <a:r>
              <a:rPr sz="1400" b="0">
                <a:solidFill>
                  <a:schemeClr val="tx1"/>
                </a:solidFill>
                <a:latin typeface="Franklin Gothic Book"/>
                <a:ea typeface="Franklin Gothic Book"/>
                <a:cs typeface="Franklin Gothic Book"/>
              </a:rPr>
              <a:t>H  relative humidity (%)</a:t>
            </a:r>
            <a:endParaRPr/>
          </a:p>
          <a:p>
            <a:pPr algn="l">
              <a:lnSpc>
                <a:spcPct val="112000"/>
              </a:lnSpc>
              <a:spcBef>
                <a:spcPts val="0"/>
              </a:spcBef>
              <a:spcAft>
                <a:spcPts val="0"/>
              </a:spcAft>
              <a:buNone/>
              <a:defRPr/>
            </a:pPr>
            <a:endParaRPr/>
          </a:p>
        </p:txBody>
      </p:sp>
      <p:sp>
        <p:nvSpPr>
          <p:cNvPr id="2101642389" name="TextBox 10"/>
          <p:cNvSpPr>
            <a:spLocks noGrp="1"/>
          </p:cNvSpPr>
          <p:nvPr/>
        </p:nvSpPr>
        <p:spPr bwMode="auto">
          <a:xfrm>
            <a:off x="4525574" y="4191433"/>
            <a:ext cx="3141265" cy="1619863"/>
          </a:xfrm>
          <a:prstGeom prst="rect">
            <a:avLst/>
          </a:prstGeom>
          <a:noFill/>
        </p:spPr>
        <p:txBody>
          <a:bodyPr wrap="square" lIns="0" tIns="0" rIns="0" bIns="0" anchor="t">
            <a:spAutoFit/>
          </a:bodyPr>
          <a:lstStyle/>
          <a:p>
            <a:pPr algn="l">
              <a:lnSpc>
                <a:spcPct val="112000"/>
              </a:lnSpc>
              <a:spcBef>
                <a:spcPts val="0"/>
              </a:spcBef>
              <a:spcAft>
                <a:spcPts val="600"/>
              </a:spcAft>
              <a:buNone/>
              <a:defRPr/>
            </a:pPr>
            <a:r>
              <a:rPr sz="2000" b="1">
                <a:solidFill>
                  <a:srgbClr val="A2BF8A"/>
                </a:solidFill>
                <a:latin typeface="Franklin Gothic Medium"/>
                <a:ea typeface="Franklin Gothic Medium"/>
                <a:cs typeface="Franklin Gothic Medium"/>
              </a:rPr>
              <a:t>O(t) - Visible plant</a:t>
            </a:r>
            <a:endParaRPr sz="2600">
              <a:latin typeface="Franklin Gothic Medium"/>
              <a:ea typeface="Franklin Gothic Medium"/>
              <a:cs typeface="Franklin Gothic Medium"/>
            </a:endParaRPr>
          </a:p>
          <a:p>
            <a:pPr algn="l">
              <a:lnSpc>
                <a:spcPct val="112000"/>
              </a:lnSpc>
              <a:spcBef>
                <a:spcPts val="0"/>
              </a:spcBef>
              <a:spcAft>
                <a:spcPts val="300"/>
              </a:spcAft>
              <a:buNone/>
              <a:defRPr/>
            </a:pPr>
            <a:r>
              <a:rPr sz="1400" b="0">
                <a:solidFill>
                  <a:schemeClr val="tx1"/>
                </a:solidFill>
                <a:latin typeface="Franklin Gothic Book"/>
                <a:ea typeface="Franklin Gothic Book"/>
                <a:cs typeface="Franklin Gothic Book"/>
              </a:rPr>
              <a:t>G  green-pixel ratio (%)</a:t>
            </a:r>
            <a:endParaRPr sz="2200">
              <a:solidFill>
                <a:schemeClr val="tx1"/>
              </a:solidFill>
              <a:latin typeface="Franklin Gothic Book"/>
              <a:ea typeface="Franklin Gothic Book"/>
              <a:cs typeface="Franklin Gothic Book"/>
            </a:endParaRPr>
          </a:p>
          <a:p>
            <a:pPr algn="l">
              <a:lnSpc>
                <a:spcPct val="112000"/>
              </a:lnSpc>
              <a:spcBef>
                <a:spcPts val="0"/>
              </a:spcBef>
              <a:spcAft>
                <a:spcPts val="300"/>
              </a:spcAft>
              <a:buNone/>
              <a:defRPr/>
            </a:pPr>
            <a:r>
              <a:rPr sz="1400" b="0">
                <a:solidFill>
                  <a:schemeClr val="tx1"/>
                </a:solidFill>
                <a:latin typeface="Franklin Gothic Book"/>
                <a:ea typeface="Franklin Gothic Book"/>
                <a:cs typeface="Franklin Gothic Book"/>
              </a:rPr>
              <a:t>N  leaf count</a:t>
            </a:r>
            <a:endParaRPr sz="2200">
              <a:solidFill>
                <a:schemeClr val="tx1"/>
              </a:solidFill>
              <a:latin typeface="Franklin Gothic Book"/>
              <a:ea typeface="Franklin Gothic Book"/>
              <a:cs typeface="Franklin Gothic Book"/>
            </a:endParaRPr>
          </a:p>
          <a:p>
            <a:pPr algn="l">
              <a:lnSpc>
                <a:spcPct val="112000"/>
              </a:lnSpc>
              <a:spcBef>
                <a:spcPts val="0"/>
              </a:spcBef>
              <a:spcAft>
                <a:spcPts val="800"/>
              </a:spcAft>
              <a:buNone/>
              <a:defRPr/>
            </a:pPr>
            <a:r>
              <a:rPr sz="1400" b="0">
                <a:solidFill>
                  <a:schemeClr val="tx1"/>
                </a:solidFill>
                <a:latin typeface="Franklin Gothic Book"/>
                <a:ea typeface="Franklin Gothic Book"/>
                <a:cs typeface="Franklin Gothic Book"/>
              </a:rPr>
              <a:t>P  plant height (cm)</a:t>
            </a:r>
            <a:endParaRPr/>
          </a:p>
          <a:p>
            <a:pPr algn="l">
              <a:lnSpc>
                <a:spcPct val="112000"/>
              </a:lnSpc>
              <a:spcBef>
                <a:spcPts val="0"/>
              </a:spcBef>
              <a:spcAft>
                <a:spcPts val="0"/>
              </a:spcAft>
              <a:buNone/>
              <a:defRPr/>
            </a:pPr>
            <a:endParaRPr/>
          </a:p>
        </p:txBody>
      </p:sp>
      <p:sp>
        <p:nvSpPr>
          <p:cNvPr id="1992111551" name="TextBox 12"/>
          <p:cNvSpPr>
            <a:spLocks noGrp="1"/>
          </p:cNvSpPr>
          <p:nvPr/>
        </p:nvSpPr>
        <p:spPr bwMode="auto">
          <a:xfrm>
            <a:off x="8302960" y="4191433"/>
            <a:ext cx="3141625" cy="933962"/>
          </a:xfrm>
          <a:prstGeom prst="rect">
            <a:avLst/>
          </a:prstGeom>
          <a:noFill/>
        </p:spPr>
        <p:txBody>
          <a:bodyPr wrap="square" lIns="0" tIns="0" rIns="0" bIns="0" anchor="t">
            <a:spAutoFit/>
          </a:bodyPr>
          <a:lstStyle/>
          <a:p>
            <a:pPr algn="l">
              <a:lnSpc>
                <a:spcPct val="112000"/>
              </a:lnSpc>
              <a:spcBef>
                <a:spcPts val="0"/>
              </a:spcBef>
              <a:spcAft>
                <a:spcPts val="600"/>
              </a:spcAft>
              <a:buNone/>
              <a:defRPr/>
            </a:pPr>
            <a:r>
              <a:rPr sz="2000" b="1">
                <a:solidFill>
                  <a:srgbClr val="C2BAE8"/>
                </a:solidFill>
                <a:latin typeface="Franklin Gothic Medium"/>
                <a:ea typeface="Franklin Gothic Medium"/>
                <a:cs typeface="Franklin Gothic Medium"/>
              </a:rPr>
              <a:t>Q(t) - Data quality</a:t>
            </a:r>
            <a:endParaRPr/>
          </a:p>
          <a:p>
            <a:pPr algn="l">
              <a:lnSpc>
                <a:spcPct val="112000"/>
              </a:lnSpc>
              <a:spcBef>
                <a:spcPts val="0"/>
              </a:spcBef>
              <a:spcAft>
                <a:spcPts val="300"/>
              </a:spcAft>
              <a:buNone/>
              <a:defRPr/>
            </a:pPr>
            <a:r>
              <a:rPr sz="1400" b="0">
                <a:solidFill>
                  <a:schemeClr val="tx1"/>
                </a:solidFill>
                <a:latin typeface="Franklin Gothic Book"/>
                <a:ea typeface="Franklin Gothic Book"/>
                <a:cs typeface="Franklin Gothic Book"/>
              </a:rPr>
              <a:t>a score in [0, 1] per reading</a:t>
            </a:r>
            <a:endParaRPr sz="1400">
              <a:solidFill>
                <a:schemeClr val="tx1"/>
              </a:solidFill>
              <a:latin typeface="Franklin Gothic Book"/>
              <a:ea typeface="Franklin Gothic Book"/>
              <a:cs typeface="Franklin Gothic Book"/>
            </a:endParaRPr>
          </a:p>
          <a:p>
            <a:pPr algn="l">
              <a:lnSpc>
                <a:spcPct val="112000"/>
              </a:lnSpc>
              <a:spcBef>
                <a:spcPts val="0"/>
              </a:spcBef>
              <a:spcAft>
                <a:spcPts val="800"/>
              </a:spcAft>
              <a:buNone/>
              <a:defRPr/>
            </a:pPr>
            <a:r>
              <a:rPr sz="1400" b="0">
                <a:solidFill>
                  <a:schemeClr val="tx1"/>
                </a:solidFill>
                <a:latin typeface="Franklin Gothic Book"/>
                <a:ea typeface="Franklin Gothic Book"/>
                <a:cs typeface="Franklin Gothic Book"/>
              </a:rPr>
              <a:t>computed from validation checks</a:t>
            </a:r>
            <a:endParaRPr/>
          </a:p>
        </p:txBody>
      </p:sp>
      <p:sp>
        <p:nvSpPr>
          <p:cNvPr id="1966094345" name="Slide Number Placeholder 3"/>
          <p:cNvSpPr>
            <a:spLocks noGrp="1"/>
          </p:cNvSpPr>
          <p:nvPr>
            <p:ph type="sldNum" idx="12"/>
          </p:nvPr>
        </p:nvSpPr>
        <p:spPr bwMode="auto">
          <a:xfrm>
            <a:off x="9509166" y="6356349"/>
            <a:ext cx="2133599" cy="365124"/>
          </a:xfrm>
        </p:spPr>
        <p:txBody>
          <a:bodyPr/>
          <a:lstStyle>
            <a:defPPr>
              <a:defRPr>
                <a:latin typeface="Franklin Gothic Book"/>
                <a:ea typeface="Franklin Gothic Book"/>
                <a:cs typeface="Franklin Gothic Book"/>
              </a:defRPr>
            </a:defPPr>
            <a:lvl1pPr>
              <a:defRPr>
                <a:latin typeface="Franklin Gothic Book"/>
                <a:ea typeface="Franklin Gothic Book"/>
                <a:cs typeface="Franklin Gothic Book"/>
              </a:defRPr>
            </a:lvl1pPr>
            <a:lvl2pPr>
              <a:defRPr>
                <a:latin typeface="Franklin Gothic Book"/>
                <a:ea typeface="Franklin Gothic Book"/>
                <a:cs typeface="Franklin Gothic Book"/>
              </a:defRPr>
            </a:lvl2pPr>
            <a:lvl3pPr>
              <a:defRPr>
                <a:latin typeface="Franklin Gothic Book"/>
                <a:ea typeface="Franklin Gothic Book"/>
                <a:cs typeface="Franklin Gothic Book"/>
              </a:defRPr>
            </a:lvl3pPr>
            <a:lvl4pPr>
              <a:defRPr>
                <a:latin typeface="Franklin Gothic Book"/>
                <a:ea typeface="Franklin Gothic Book"/>
                <a:cs typeface="Franklin Gothic Book"/>
              </a:defRPr>
            </a:lvl4pPr>
            <a:lvl5pPr>
              <a:defRPr>
                <a:latin typeface="Franklin Gothic Book"/>
                <a:ea typeface="Franklin Gothic Book"/>
                <a:cs typeface="Franklin Gothic Book"/>
              </a:defRPr>
            </a:lvl5pPr>
            <a:lvl6pPr>
              <a:defRPr>
                <a:latin typeface="Franklin Gothic Book"/>
                <a:ea typeface="Franklin Gothic Book"/>
                <a:cs typeface="Franklin Gothic Book"/>
              </a:defRPr>
            </a:lvl6pPr>
            <a:lvl7pPr>
              <a:defRPr>
                <a:latin typeface="Franklin Gothic Book"/>
                <a:ea typeface="Franklin Gothic Book"/>
                <a:cs typeface="Franklin Gothic Book"/>
              </a:defRPr>
            </a:lvl7pPr>
            <a:lvl8pPr>
              <a:defRPr>
                <a:latin typeface="Franklin Gothic Book"/>
                <a:ea typeface="Franklin Gothic Book"/>
                <a:cs typeface="Franklin Gothic Book"/>
              </a:defRPr>
            </a:lvl8pPr>
            <a:lvl9pPr>
              <a:defRPr>
                <a:latin typeface="Franklin Gothic Book"/>
                <a:ea typeface="Franklin Gothic Book"/>
                <a:cs typeface="Franklin Gothic Book"/>
              </a:defRPr>
            </a:lvl9pPr>
          </a:lstStyle>
          <a:p>
            <a:pPr>
              <a:buNone/>
              <a:defRPr/>
            </a:pPr>
            <a:fld id="{5CD771A7-D859-A866-1481-9BBF385565A0}" type="slidenum">
              <a:rPr>
                <a:latin typeface="Franklin Gothic Book"/>
                <a:ea typeface="Franklin Gothic Book"/>
                <a:cs typeface="Franklin Gothic Book"/>
              </a:rPr>
              <a:t>19</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64318816" name="TextBox 2"/>
          <p:cNvSpPr txBox="1"/>
          <p:nvPr/>
        </p:nvSpPr>
        <p:spPr bwMode="auto">
          <a:xfrm>
            <a:off x="566928" y="566928"/>
            <a:ext cx="11075115" cy="548997"/>
          </a:xfrm>
          <a:prstGeom prst="rect">
            <a:avLst/>
          </a:prstGeom>
          <a:noFill/>
        </p:spPr>
        <p:txBody>
          <a:bodyPr wrap="square" lIns="0" tIns="0" rIns="0" bIns="0" anchor="t">
            <a:spAutoFit/>
          </a:bodyPr>
          <a:lstStyle/>
          <a:p>
            <a:pPr algn="l">
              <a:lnSpc>
                <a:spcPct val="100000"/>
              </a:lnSpc>
              <a:spcBef>
                <a:spcPts val="0"/>
              </a:spcBef>
              <a:spcAft>
                <a:spcPts val="0"/>
              </a:spcAft>
              <a:defRPr/>
            </a:pPr>
            <a:r>
              <a:rPr sz="3600" b="1">
                <a:solidFill>
                  <a:srgbClr val="04579B"/>
                </a:solidFill>
                <a:latin typeface="Franklin Gothic Medium"/>
                <a:ea typeface="Franklin Gothic Medium"/>
                <a:cs typeface="Franklin Gothic Medium"/>
              </a:rPr>
              <a:t>Health Estimation</a:t>
            </a:r>
            <a:endParaRPr sz="2200">
              <a:latin typeface="Franklin Gothic Medium"/>
              <a:cs typeface="Franklin Gothic Medium"/>
            </a:endParaRPr>
          </a:p>
        </p:txBody>
      </p:sp>
      <p:sp>
        <p:nvSpPr>
          <p:cNvPr id="620124515" name="Slide Number Placeholder 3"/>
          <p:cNvSpPr>
            <a:spLocks noGrp="1"/>
          </p:cNvSpPr>
          <p:nvPr>
            <p:ph type="sldNum" sz="quarter" idx="12"/>
          </p:nvPr>
        </p:nvSpPr>
        <p:spPr bwMode="auto">
          <a:xfrm>
            <a:off x="9508443" y="6356349"/>
            <a:ext cx="2133597" cy="365122"/>
          </a:xfrm>
        </p:spPr>
        <p:txBody>
          <a:bodyPr/>
          <a:lstStyle/>
          <a:p>
            <a:pPr>
              <a:defRPr/>
            </a:pPr>
            <a:fld id="{C8525651-AAAD-C996-EB9F-9DC4788FB1F5}" type="slidenum">
              <a:rPr lang="en-US"/>
              <a:t>6</a:t>
            </a:fld>
            <a:endParaRPr/>
          </a:p>
        </p:txBody>
      </p:sp>
      <p:sp>
        <p:nvSpPr>
          <p:cNvPr id="1453283930" name="Rounded Rectangle 6"/>
          <p:cNvSpPr/>
          <p:nvPr/>
        </p:nvSpPr>
        <p:spPr bwMode="auto">
          <a:xfrm flipH="0" flipV="0">
            <a:off x="562248" y="2751402"/>
            <a:ext cx="2148840" cy="535209"/>
          </a:xfrm>
          <a:prstGeom prst="roundRect">
            <a:avLst>
              <a:gd name="adj" fmla="val 5500"/>
            </a:avLst>
          </a:prstGeom>
          <a:solidFill>
            <a:srgbClr val="FFFFFF"/>
          </a:solidFill>
          <a:ln w="9525">
            <a:solidFill>
              <a:srgbClr val="9EB7DE"/>
            </a:solidFill>
          </a:ln>
          <a:effectLst/>
        </p:spPr>
        <p:txBody>
          <a:bodyPr rtlCol="0" anchor="ctr"/>
          <a:lstStyle/>
          <a:p>
            <a:pPr algn="ctr">
              <a:defRPr/>
            </a:pPr>
            <a:endParaRPr sz="1400">
              <a:latin typeface="Franklin Gothic Book"/>
              <a:cs typeface="Franklin Gothic Book"/>
            </a:endParaRPr>
          </a:p>
        </p:txBody>
      </p:sp>
      <p:sp>
        <p:nvSpPr>
          <p:cNvPr id="1892548740" name="TextBox 7"/>
          <p:cNvSpPr txBox="1"/>
          <p:nvPr/>
        </p:nvSpPr>
        <p:spPr bwMode="auto">
          <a:xfrm>
            <a:off x="671976" y="2842842"/>
            <a:ext cx="1938741" cy="273459"/>
          </a:xfrm>
          <a:prstGeom prst="rect">
            <a:avLst/>
          </a:prstGeom>
          <a:noFill/>
        </p:spPr>
        <p:txBody>
          <a:bodyPr wrap="square" lIns="0" tIns="0" rIns="0" bIns="0" anchor="t">
            <a:spAutoFit/>
          </a:bodyPr>
          <a:lstStyle/>
          <a:p>
            <a:pPr algn="l">
              <a:lnSpc>
                <a:spcPct val="112000"/>
              </a:lnSpc>
              <a:spcBef>
                <a:spcPts val="0"/>
              </a:spcBef>
              <a:spcAft>
                <a:spcPts val="99"/>
              </a:spcAft>
              <a:defRPr/>
            </a:pPr>
            <a:r>
              <a:rPr sz="1600" b="1">
                <a:solidFill>
                  <a:srgbClr val="04579B"/>
                </a:solidFill>
                <a:latin typeface="Franklin Gothic Book"/>
                <a:ea typeface="Franklin Gothic Book"/>
                <a:cs typeface="Franklin Gothic Book"/>
              </a:rPr>
              <a:t>2h context</a:t>
            </a:r>
            <a:endParaRPr sz="1600">
              <a:latin typeface="Franklin Gothic Book"/>
              <a:cs typeface="Franklin Gothic Book"/>
            </a:endParaRPr>
          </a:p>
        </p:txBody>
      </p:sp>
      <p:sp>
        <p:nvSpPr>
          <p:cNvPr id="2043426633" name="Rounded Rectangle 8"/>
          <p:cNvSpPr/>
          <p:nvPr/>
        </p:nvSpPr>
        <p:spPr bwMode="auto">
          <a:xfrm flipH="0" flipV="0">
            <a:off x="562248" y="3546930"/>
            <a:ext cx="2148840" cy="475486"/>
          </a:xfrm>
          <a:prstGeom prst="roundRect">
            <a:avLst>
              <a:gd name="adj" fmla="val 5500"/>
            </a:avLst>
          </a:prstGeom>
          <a:solidFill>
            <a:srgbClr val="FFFFFF"/>
          </a:solidFill>
          <a:ln w="9525">
            <a:solidFill>
              <a:srgbClr val="9EB7DE"/>
            </a:solidFill>
          </a:ln>
          <a:effectLst/>
        </p:spPr>
        <p:txBody>
          <a:bodyPr rtlCol="0" anchor="ctr"/>
          <a:lstStyle/>
          <a:p>
            <a:pPr algn="ctr">
              <a:defRPr/>
            </a:pPr>
            <a:endParaRPr sz="1400">
              <a:latin typeface="Franklin Gothic Book"/>
              <a:cs typeface="Franklin Gothic Book"/>
            </a:endParaRPr>
          </a:p>
        </p:txBody>
      </p:sp>
      <p:sp>
        <p:nvSpPr>
          <p:cNvPr id="613148266" name="TextBox 9"/>
          <p:cNvSpPr txBox="1"/>
          <p:nvPr/>
        </p:nvSpPr>
        <p:spPr bwMode="auto">
          <a:xfrm>
            <a:off x="671976" y="3638368"/>
            <a:ext cx="1938381" cy="273459"/>
          </a:xfrm>
          <a:prstGeom prst="rect">
            <a:avLst/>
          </a:prstGeom>
          <a:noFill/>
        </p:spPr>
        <p:txBody>
          <a:bodyPr wrap="square" lIns="0" tIns="0" rIns="0" bIns="0" anchor="t">
            <a:spAutoFit/>
          </a:bodyPr>
          <a:lstStyle/>
          <a:p>
            <a:pPr algn="l">
              <a:lnSpc>
                <a:spcPct val="112000"/>
              </a:lnSpc>
              <a:spcBef>
                <a:spcPts val="0"/>
              </a:spcBef>
              <a:spcAft>
                <a:spcPts val="99"/>
              </a:spcAft>
              <a:defRPr/>
            </a:pPr>
            <a:r>
              <a:rPr sz="1600" b="1">
                <a:solidFill>
                  <a:srgbClr val="04579B"/>
                </a:solidFill>
                <a:latin typeface="Franklin Gothic Book"/>
                <a:ea typeface="Franklin Gothic Book"/>
                <a:cs typeface="Franklin Gothic Book"/>
              </a:rPr>
              <a:t>24h context</a:t>
            </a:r>
            <a:endParaRPr sz="1600">
              <a:latin typeface="Franklin Gothic Book"/>
              <a:cs typeface="Franklin Gothic Book"/>
            </a:endParaRPr>
          </a:p>
        </p:txBody>
      </p:sp>
      <p:sp>
        <p:nvSpPr>
          <p:cNvPr id="2024176126" name="Right Arrow 12"/>
          <p:cNvSpPr/>
          <p:nvPr/>
        </p:nvSpPr>
        <p:spPr bwMode="auto">
          <a:xfrm>
            <a:off x="2852928" y="3247606"/>
            <a:ext cx="502920" cy="310894"/>
          </a:xfrm>
          <a:prstGeom prst="rightArrow">
            <a:avLst>
              <a:gd name="adj1" fmla="val 55000"/>
              <a:gd name="adj2" fmla="val 55000"/>
            </a:avLst>
          </a:prstGeom>
          <a:solidFill>
            <a:srgbClr val="9EB7DE"/>
          </a:solidFill>
          <a:ln>
            <a:noFill/>
          </a:ln>
          <a:effectLst/>
        </p:spPr>
        <p:txBody>
          <a:bodyPr rtlCol="0" anchor="ctr"/>
          <a:lstStyle/>
          <a:p>
            <a:pPr algn="ctr">
              <a:defRPr/>
            </a:pPr>
            <a:endParaRPr sz="1400">
              <a:latin typeface="Franklin Gothic Book"/>
              <a:cs typeface="Franklin Gothic Book"/>
            </a:endParaRPr>
          </a:p>
        </p:txBody>
      </p:sp>
      <p:sp>
        <p:nvSpPr>
          <p:cNvPr id="580300787" name="Rounded Rectangle 13"/>
          <p:cNvSpPr/>
          <p:nvPr/>
        </p:nvSpPr>
        <p:spPr bwMode="auto">
          <a:xfrm flipH="0" flipV="0">
            <a:off x="3493008" y="2319913"/>
            <a:ext cx="1965960" cy="2334029"/>
          </a:xfrm>
          <a:prstGeom prst="roundRect">
            <a:avLst>
              <a:gd name="adj" fmla="val 5500"/>
            </a:avLst>
          </a:prstGeom>
          <a:noFill/>
          <a:ln w="9525">
            <a:solidFill>
              <a:srgbClr val="9EB7DE"/>
            </a:solidFill>
          </a:ln>
          <a:effectLst/>
        </p:spPr>
        <p:txBody>
          <a:bodyPr rtlCol="0" anchor="ctr"/>
          <a:lstStyle/>
          <a:p>
            <a:pPr algn="ctr">
              <a:defRPr/>
            </a:pPr>
            <a:endParaRPr sz="1400">
              <a:latin typeface="Franklin Gothic Book"/>
              <a:cs typeface="Franklin Gothic Book"/>
            </a:endParaRPr>
          </a:p>
        </p:txBody>
      </p:sp>
      <p:sp>
        <p:nvSpPr>
          <p:cNvPr id="1081483840" name="TextBox 14"/>
          <p:cNvSpPr txBox="1"/>
          <p:nvPr/>
        </p:nvSpPr>
        <p:spPr bwMode="auto">
          <a:xfrm>
            <a:off x="3624948" y="2613475"/>
            <a:ext cx="1703157" cy="1963253"/>
          </a:xfrm>
          <a:prstGeom prst="rect">
            <a:avLst/>
          </a:prstGeom>
          <a:noFill/>
        </p:spPr>
        <p:txBody>
          <a:bodyPr wrap="square" lIns="0" tIns="0" rIns="0" bIns="0" anchor="t">
            <a:spAutoFit/>
          </a:bodyPr>
          <a:lstStyle/>
          <a:p>
            <a:pPr algn="l">
              <a:lnSpc>
                <a:spcPct val="114999"/>
              </a:lnSpc>
              <a:spcBef>
                <a:spcPts val="0"/>
              </a:spcBef>
              <a:spcAft>
                <a:spcPts val="0"/>
              </a:spcAft>
              <a:defRPr/>
            </a:pPr>
            <a:r>
              <a:rPr lang="en-US" sz="1600" b="1" i="0" u="none" strike="noStrike" cap="none" spc="0">
                <a:solidFill>
                  <a:srgbClr val="04579B"/>
                </a:solidFill>
                <a:latin typeface="Franklin Gothic Book"/>
                <a:ea typeface="Franklin Gothic Book"/>
                <a:cs typeface="Franklin Gothic Book"/>
              </a:rPr>
              <a:t>Hydration</a:t>
            </a:r>
            <a:endParaRPr sz="1600">
              <a:latin typeface="Franklin Gothic Book"/>
              <a:cs typeface="Franklin Gothic Book"/>
            </a:endParaRPr>
          </a:p>
          <a:p>
            <a:pPr algn="l">
              <a:lnSpc>
                <a:spcPct val="114999"/>
              </a:lnSpc>
              <a:spcBef>
                <a:spcPts val="0"/>
              </a:spcBef>
              <a:spcAft>
                <a:spcPts val="0"/>
              </a:spcAft>
              <a:defRPr/>
            </a:pPr>
            <a:endParaRPr sz="1600">
              <a:latin typeface="Franklin Gothic Book"/>
              <a:cs typeface="Franklin Gothic Book"/>
            </a:endParaRPr>
          </a:p>
          <a:p>
            <a:pPr algn="l">
              <a:lnSpc>
                <a:spcPct val="114999"/>
              </a:lnSpc>
              <a:spcBef>
                <a:spcPts val="0"/>
              </a:spcBef>
              <a:spcAft>
                <a:spcPts val="0"/>
              </a:spcAft>
              <a:defRPr/>
            </a:pPr>
            <a:r>
              <a:rPr lang="en-US" sz="1600" b="1" i="0" u="none" strike="noStrike" cap="none" spc="0">
                <a:solidFill>
                  <a:srgbClr val="04579B"/>
                </a:solidFill>
                <a:latin typeface="Franklin Gothic Book"/>
                <a:ea typeface="Franklin Gothic Book"/>
                <a:cs typeface="Franklin Gothic Book"/>
              </a:rPr>
              <a:t>Atmosphere</a:t>
            </a:r>
            <a:endParaRPr sz="1600">
              <a:latin typeface="Franklin Gothic Book"/>
              <a:cs typeface="Franklin Gothic Book"/>
            </a:endParaRPr>
          </a:p>
          <a:p>
            <a:pPr algn="l">
              <a:lnSpc>
                <a:spcPct val="114999"/>
              </a:lnSpc>
              <a:spcBef>
                <a:spcPts val="0"/>
              </a:spcBef>
              <a:spcAft>
                <a:spcPts val="0"/>
              </a:spcAft>
              <a:defRPr/>
            </a:pPr>
            <a:endParaRPr sz="1600">
              <a:latin typeface="Franklin Gothic Book"/>
              <a:cs typeface="Franklin Gothic Book"/>
            </a:endParaRPr>
          </a:p>
          <a:p>
            <a:pPr algn="l">
              <a:lnSpc>
                <a:spcPct val="114999"/>
              </a:lnSpc>
              <a:spcBef>
                <a:spcPts val="0"/>
              </a:spcBef>
              <a:spcAft>
                <a:spcPts val="0"/>
              </a:spcAft>
              <a:defRPr/>
            </a:pPr>
            <a:r>
              <a:rPr lang="en-US" sz="1600" b="1" i="0" u="none" strike="noStrike" cap="none" spc="0">
                <a:solidFill>
                  <a:srgbClr val="04579B"/>
                </a:solidFill>
                <a:latin typeface="Franklin Gothic Book"/>
                <a:ea typeface="Franklin Gothic Book"/>
                <a:cs typeface="Franklin Gothic Book"/>
              </a:rPr>
              <a:t>Vitality</a:t>
            </a:r>
            <a:endParaRPr sz="1600">
              <a:latin typeface="Franklin Gothic Book"/>
              <a:cs typeface="Franklin Gothic Book"/>
            </a:endParaRPr>
          </a:p>
          <a:p>
            <a:pPr algn="l">
              <a:lnSpc>
                <a:spcPct val="114999"/>
              </a:lnSpc>
              <a:spcBef>
                <a:spcPts val="0"/>
              </a:spcBef>
              <a:spcAft>
                <a:spcPts val="0"/>
              </a:spcAft>
              <a:defRPr/>
            </a:pPr>
            <a:endParaRPr sz="1600">
              <a:latin typeface="Franklin Gothic Book"/>
              <a:cs typeface="Franklin Gothic Book"/>
            </a:endParaRPr>
          </a:p>
          <a:p>
            <a:pPr algn="l">
              <a:lnSpc>
                <a:spcPct val="114999"/>
              </a:lnSpc>
              <a:spcBef>
                <a:spcPts val="0"/>
              </a:spcBef>
              <a:spcAft>
                <a:spcPts val="0"/>
              </a:spcAft>
              <a:defRPr/>
            </a:pPr>
            <a:r>
              <a:rPr lang="en-US" sz="1600" b="1" i="0" u="none" strike="noStrike" cap="none" spc="0">
                <a:solidFill>
                  <a:srgbClr val="04579B"/>
                </a:solidFill>
                <a:latin typeface="Franklin Gothic Book"/>
                <a:ea typeface="Franklin Gothic Book"/>
                <a:cs typeface="Franklin Gothic Book"/>
              </a:rPr>
              <a:t>Observability</a:t>
            </a:r>
            <a:endParaRPr sz="1600">
              <a:latin typeface="Franklin Gothic Book"/>
              <a:cs typeface="Franklin Gothic Book"/>
            </a:endParaRPr>
          </a:p>
        </p:txBody>
      </p:sp>
      <p:sp>
        <p:nvSpPr>
          <p:cNvPr id="173818264" name="Right Arrow 15"/>
          <p:cNvSpPr/>
          <p:nvPr/>
        </p:nvSpPr>
        <p:spPr bwMode="auto">
          <a:xfrm>
            <a:off x="5596128" y="3247606"/>
            <a:ext cx="502920" cy="310894"/>
          </a:xfrm>
          <a:prstGeom prst="rightArrow">
            <a:avLst>
              <a:gd name="adj1" fmla="val 55000"/>
              <a:gd name="adj2" fmla="val 55000"/>
            </a:avLst>
          </a:prstGeom>
          <a:solidFill>
            <a:srgbClr val="9EB7DE"/>
          </a:solidFill>
          <a:ln>
            <a:noFill/>
          </a:ln>
          <a:effectLst/>
        </p:spPr>
        <p:txBody>
          <a:bodyPr rtlCol="0" anchor="ctr"/>
          <a:lstStyle/>
          <a:p>
            <a:pPr algn="ctr">
              <a:defRPr/>
            </a:pPr>
            <a:endParaRPr sz="1400">
              <a:latin typeface="Franklin Gothic Book"/>
              <a:cs typeface="Franklin Gothic Book"/>
            </a:endParaRPr>
          </a:p>
        </p:txBody>
      </p:sp>
      <p:sp>
        <p:nvSpPr>
          <p:cNvPr id="1544531164" name="Rounded Rectangle 16"/>
          <p:cNvSpPr/>
          <p:nvPr/>
        </p:nvSpPr>
        <p:spPr bwMode="auto">
          <a:xfrm flipH="0" flipV="0">
            <a:off x="6151851" y="3107701"/>
            <a:ext cx="2890523" cy="584785"/>
          </a:xfrm>
          <a:prstGeom prst="roundRect">
            <a:avLst>
              <a:gd name="adj" fmla="val 5500"/>
            </a:avLst>
          </a:prstGeom>
          <a:noFill/>
          <a:ln w="9525">
            <a:solidFill>
              <a:srgbClr val="9EB7DE"/>
            </a:solidFill>
          </a:ln>
          <a:effectLst/>
        </p:spPr>
        <p:txBody>
          <a:bodyPr rtlCol="0" anchor="ctr"/>
          <a:lstStyle/>
          <a:p>
            <a:pPr algn="ctr">
              <a:defRPr/>
            </a:pPr>
            <a:endParaRPr sz="1400">
              <a:latin typeface="Franklin Gothic Book"/>
              <a:cs typeface="Franklin Gothic Book"/>
            </a:endParaRPr>
          </a:p>
        </p:txBody>
      </p:sp>
      <p:sp>
        <p:nvSpPr>
          <p:cNvPr id="1100628070" name="TextBox 17"/>
          <p:cNvSpPr txBox="1"/>
          <p:nvPr/>
        </p:nvSpPr>
        <p:spPr bwMode="auto">
          <a:xfrm flipH="0" flipV="0">
            <a:off x="6205969" y="3247606"/>
            <a:ext cx="2876506" cy="273459"/>
          </a:xfrm>
          <a:prstGeom prst="rect">
            <a:avLst/>
          </a:prstGeom>
          <a:noFill/>
        </p:spPr>
        <p:txBody>
          <a:bodyPr wrap="square" lIns="0" tIns="0" rIns="0" bIns="0" anchor="t">
            <a:spAutoFit/>
          </a:bodyPr>
          <a:lstStyle/>
          <a:p>
            <a:pPr algn="l">
              <a:lnSpc>
                <a:spcPct val="112000"/>
              </a:lnSpc>
              <a:spcBef>
                <a:spcPts val="0"/>
              </a:spcBef>
              <a:spcAft>
                <a:spcPts val="299"/>
              </a:spcAft>
              <a:defRPr/>
            </a:pPr>
            <a:r>
              <a:rPr sz="1600" b="1">
                <a:solidFill>
                  <a:srgbClr val="04579B"/>
                </a:solidFill>
                <a:latin typeface="Franklin Gothic Book"/>
                <a:ea typeface="Franklin Gothic Book"/>
                <a:cs typeface="Franklin Gothic Book"/>
              </a:rPr>
              <a:t>Combine severity &amp; confidence</a:t>
            </a:r>
            <a:endParaRPr sz="1600">
              <a:latin typeface="Franklin Gothic Book"/>
              <a:cs typeface="Franklin Gothic Book"/>
            </a:endParaRPr>
          </a:p>
        </p:txBody>
      </p:sp>
      <p:sp>
        <p:nvSpPr>
          <p:cNvPr id="1531579003" name="Right Arrow 18"/>
          <p:cNvSpPr/>
          <p:nvPr/>
        </p:nvSpPr>
        <p:spPr bwMode="auto">
          <a:xfrm>
            <a:off x="9201539" y="3236034"/>
            <a:ext cx="502920" cy="310894"/>
          </a:xfrm>
          <a:prstGeom prst="rightArrow">
            <a:avLst>
              <a:gd name="adj1" fmla="val 55000"/>
              <a:gd name="adj2" fmla="val 55000"/>
            </a:avLst>
          </a:prstGeom>
          <a:solidFill>
            <a:srgbClr val="9EB7DE"/>
          </a:solidFill>
          <a:ln>
            <a:noFill/>
          </a:ln>
          <a:effectLst/>
        </p:spPr>
        <p:txBody>
          <a:bodyPr rtlCol="0" anchor="ctr"/>
          <a:lstStyle/>
          <a:p>
            <a:pPr algn="ctr">
              <a:defRPr/>
            </a:pPr>
            <a:endParaRPr sz="1400">
              <a:latin typeface="Franklin Gothic Book"/>
              <a:cs typeface="Franklin Gothic Book"/>
            </a:endParaRPr>
          </a:p>
        </p:txBody>
      </p:sp>
      <p:sp>
        <p:nvSpPr>
          <p:cNvPr id="365680162" name="Rounded Rectangle 16"/>
          <p:cNvSpPr/>
          <p:nvPr/>
        </p:nvSpPr>
        <p:spPr bwMode="auto">
          <a:xfrm>
            <a:off x="9832155" y="2325642"/>
            <a:ext cx="1170432" cy="365760"/>
          </a:xfrm>
          <a:prstGeom prst="roundRect">
            <a:avLst>
              <a:gd name="adj" fmla="val 5500"/>
            </a:avLst>
          </a:prstGeom>
          <a:solidFill>
            <a:srgbClr val="FFFFFF"/>
          </a:solidFill>
          <a:ln w="9525">
            <a:solidFill>
              <a:srgbClr val="2E7D4F"/>
            </a:solidFill>
          </a:ln>
          <a:effectLst/>
        </p:spPr>
        <p:txBody>
          <a:bodyPr rtlCol="0" anchor="ctr"/>
          <a:lstStyle/>
          <a:p>
            <a:pPr algn="ctr">
              <a:defRPr/>
            </a:pPr>
            <a:endParaRPr/>
          </a:p>
        </p:txBody>
      </p:sp>
      <p:sp>
        <p:nvSpPr>
          <p:cNvPr id="167226970" name="TextBox 17"/>
          <p:cNvSpPr txBox="1"/>
          <p:nvPr/>
        </p:nvSpPr>
        <p:spPr bwMode="auto">
          <a:xfrm>
            <a:off x="9832155" y="2398797"/>
            <a:ext cx="1172589" cy="273459"/>
          </a:xfrm>
          <a:prstGeom prst="rect">
            <a:avLst/>
          </a:prstGeom>
          <a:noFill/>
        </p:spPr>
        <p:txBody>
          <a:bodyPr wrap="square" lIns="0" tIns="0" rIns="0" bIns="0" anchor="t">
            <a:spAutoFit/>
          </a:bodyPr>
          <a:lstStyle/>
          <a:p>
            <a:pPr algn="ctr">
              <a:lnSpc>
                <a:spcPct val="112000"/>
              </a:lnSpc>
              <a:spcBef>
                <a:spcPts val="0"/>
              </a:spcBef>
              <a:spcAft>
                <a:spcPts val="0"/>
              </a:spcAft>
              <a:defRPr/>
            </a:pPr>
            <a:r>
              <a:rPr sz="1600" b="1">
                <a:solidFill>
                  <a:srgbClr val="2E7D4F"/>
                </a:solidFill>
                <a:latin typeface="Franklin Gothic Book"/>
                <a:ea typeface="Franklin Gothic Book"/>
                <a:cs typeface="Franklin Gothic Book"/>
              </a:rPr>
              <a:t>healthy</a:t>
            </a:r>
            <a:endParaRPr sz="1600">
              <a:latin typeface="Franklin Gothic Book"/>
              <a:cs typeface="Franklin Gothic Book"/>
            </a:endParaRPr>
          </a:p>
        </p:txBody>
      </p:sp>
      <p:sp>
        <p:nvSpPr>
          <p:cNvPr id="1683225495" name="Rounded Rectangle 18"/>
          <p:cNvSpPr/>
          <p:nvPr/>
        </p:nvSpPr>
        <p:spPr bwMode="auto">
          <a:xfrm>
            <a:off x="9833234" y="2945854"/>
            <a:ext cx="1170432" cy="365760"/>
          </a:xfrm>
          <a:prstGeom prst="roundRect">
            <a:avLst>
              <a:gd name="adj" fmla="val 5500"/>
            </a:avLst>
          </a:prstGeom>
          <a:solidFill>
            <a:srgbClr val="FFFFFF"/>
          </a:solidFill>
          <a:ln w="9525">
            <a:solidFill>
              <a:srgbClr val="B47614"/>
            </a:solidFill>
          </a:ln>
          <a:effectLst/>
        </p:spPr>
        <p:txBody>
          <a:bodyPr rtlCol="0" anchor="ctr"/>
          <a:lstStyle/>
          <a:p>
            <a:pPr algn="ctr">
              <a:defRPr/>
            </a:pPr>
            <a:endParaRPr/>
          </a:p>
        </p:txBody>
      </p:sp>
      <p:sp>
        <p:nvSpPr>
          <p:cNvPr id="511997310" name="TextBox 19"/>
          <p:cNvSpPr txBox="1"/>
          <p:nvPr/>
        </p:nvSpPr>
        <p:spPr bwMode="auto">
          <a:xfrm>
            <a:off x="9833231" y="3019007"/>
            <a:ext cx="1172589" cy="273459"/>
          </a:xfrm>
          <a:prstGeom prst="rect">
            <a:avLst/>
          </a:prstGeom>
          <a:noFill/>
        </p:spPr>
        <p:txBody>
          <a:bodyPr wrap="square" lIns="0" tIns="0" rIns="0" bIns="0" anchor="t">
            <a:spAutoFit/>
          </a:bodyPr>
          <a:lstStyle/>
          <a:p>
            <a:pPr algn="ctr">
              <a:lnSpc>
                <a:spcPct val="112000"/>
              </a:lnSpc>
              <a:spcBef>
                <a:spcPts val="0"/>
              </a:spcBef>
              <a:spcAft>
                <a:spcPts val="0"/>
              </a:spcAft>
              <a:defRPr/>
            </a:pPr>
            <a:r>
              <a:rPr sz="1600" b="1">
                <a:solidFill>
                  <a:srgbClr val="B47614"/>
                </a:solidFill>
                <a:latin typeface="Franklin Gothic Book"/>
                <a:ea typeface="Franklin Gothic Book"/>
                <a:cs typeface="Franklin Gothic Book"/>
              </a:rPr>
              <a:t>stressed</a:t>
            </a:r>
            <a:endParaRPr sz="1600">
              <a:latin typeface="Franklin Gothic Book"/>
              <a:cs typeface="Franklin Gothic Book"/>
            </a:endParaRPr>
          </a:p>
        </p:txBody>
      </p:sp>
      <p:sp>
        <p:nvSpPr>
          <p:cNvPr id="1026611185" name="Rounded Rectangle 20"/>
          <p:cNvSpPr/>
          <p:nvPr/>
        </p:nvSpPr>
        <p:spPr bwMode="auto">
          <a:xfrm>
            <a:off x="9834311" y="3558502"/>
            <a:ext cx="1170432" cy="365760"/>
          </a:xfrm>
          <a:prstGeom prst="roundRect">
            <a:avLst>
              <a:gd name="adj" fmla="val 5500"/>
            </a:avLst>
          </a:prstGeom>
          <a:solidFill>
            <a:srgbClr val="FFFFFF"/>
          </a:solidFill>
          <a:ln w="9525">
            <a:solidFill>
              <a:srgbClr val="B3423A"/>
            </a:solidFill>
          </a:ln>
          <a:effectLst/>
        </p:spPr>
        <p:txBody>
          <a:bodyPr rtlCol="0" anchor="ctr"/>
          <a:lstStyle/>
          <a:p>
            <a:pPr algn="ctr">
              <a:defRPr/>
            </a:pPr>
            <a:endParaRPr/>
          </a:p>
        </p:txBody>
      </p:sp>
      <p:sp>
        <p:nvSpPr>
          <p:cNvPr id="248428556" name="TextBox 21"/>
          <p:cNvSpPr txBox="1"/>
          <p:nvPr/>
        </p:nvSpPr>
        <p:spPr bwMode="auto">
          <a:xfrm>
            <a:off x="9834309" y="3631655"/>
            <a:ext cx="1172589" cy="273459"/>
          </a:xfrm>
          <a:prstGeom prst="rect">
            <a:avLst/>
          </a:prstGeom>
          <a:noFill/>
        </p:spPr>
        <p:txBody>
          <a:bodyPr wrap="square" lIns="0" tIns="0" rIns="0" bIns="0" anchor="t">
            <a:spAutoFit/>
          </a:bodyPr>
          <a:lstStyle/>
          <a:p>
            <a:pPr algn="ctr">
              <a:lnSpc>
                <a:spcPct val="112000"/>
              </a:lnSpc>
              <a:spcBef>
                <a:spcPts val="0"/>
              </a:spcBef>
              <a:spcAft>
                <a:spcPts val="0"/>
              </a:spcAft>
              <a:defRPr/>
            </a:pPr>
            <a:r>
              <a:rPr sz="1600" b="1">
                <a:solidFill>
                  <a:srgbClr val="B3423A"/>
                </a:solidFill>
                <a:latin typeface="Franklin Gothic Book"/>
                <a:ea typeface="Franklin Gothic Book"/>
                <a:cs typeface="Franklin Gothic Book"/>
              </a:rPr>
              <a:t>critical</a:t>
            </a:r>
            <a:endParaRPr sz="1600">
              <a:latin typeface="Franklin Gothic Book"/>
              <a:cs typeface="Franklin Gothic Book"/>
            </a:endParaRPr>
          </a:p>
        </p:txBody>
      </p:sp>
      <p:sp>
        <p:nvSpPr>
          <p:cNvPr id="2061951373" name="Rounded Rectangle 22"/>
          <p:cNvSpPr/>
          <p:nvPr/>
        </p:nvSpPr>
        <p:spPr bwMode="auto">
          <a:xfrm>
            <a:off x="9835390" y="4201312"/>
            <a:ext cx="1170432" cy="365760"/>
          </a:xfrm>
          <a:prstGeom prst="roundRect">
            <a:avLst>
              <a:gd name="adj" fmla="val 5500"/>
            </a:avLst>
          </a:prstGeom>
          <a:solidFill>
            <a:srgbClr val="FFFFFF"/>
          </a:solidFill>
          <a:ln w="9525">
            <a:solidFill>
              <a:srgbClr val="4A6F94"/>
            </a:solidFill>
          </a:ln>
          <a:effectLst/>
        </p:spPr>
        <p:txBody>
          <a:bodyPr rtlCol="0" anchor="ctr"/>
          <a:lstStyle/>
          <a:p>
            <a:pPr algn="ctr">
              <a:defRPr/>
            </a:pPr>
            <a:endParaRPr/>
          </a:p>
        </p:txBody>
      </p:sp>
      <p:sp>
        <p:nvSpPr>
          <p:cNvPr id="799846452" name="TextBox 23"/>
          <p:cNvSpPr txBox="1"/>
          <p:nvPr/>
        </p:nvSpPr>
        <p:spPr bwMode="auto">
          <a:xfrm>
            <a:off x="9835389" y="4274465"/>
            <a:ext cx="1172589" cy="273459"/>
          </a:xfrm>
          <a:prstGeom prst="rect">
            <a:avLst/>
          </a:prstGeom>
          <a:noFill/>
        </p:spPr>
        <p:txBody>
          <a:bodyPr wrap="square" lIns="0" tIns="0" rIns="0" bIns="0" anchor="t">
            <a:spAutoFit/>
          </a:bodyPr>
          <a:lstStyle/>
          <a:p>
            <a:pPr algn="ctr">
              <a:lnSpc>
                <a:spcPct val="112000"/>
              </a:lnSpc>
              <a:spcBef>
                <a:spcPts val="0"/>
              </a:spcBef>
              <a:spcAft>
                <a:spcPts val="0"/>
              </a:spcAft>
              <a:defRPr/>
            </a:pPr>
            <a:r>
              <a:rPr sz="1600" b="1">
                <a:solidFill>
                  <a:srgbClr val="4A6F94"/>
                </a:solidFill>
                <a:latin typeface="Franklin Gothic Book"/>
                <a:ea typeface="Franklin Gothic Book"/>
                <a:cs typeface="Franklin Gothic Book"/>
              </a:rPr>
              <a:t>unknown</a:t>
            </a:r>
            <a:endParaRPr sz="1600">
              <a:latin typeface="Franklin Gothic Book"/>
              <a:cs typeface="Franklin Gothic Book"/>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91568944" name="TextBox 2"/>
          <p:cNvSpPr>
            <a:spLocks noGrp="1"/>
          </p:cNvSpPr>
          <p:nvPr/>
        </p:nvSpPr>
        <p:spPr bwMode="auto">
          <a:xfrm>
            <a:off x="566928" y="566928"/>
            <a:ext cx="11070796" cy="548640"/>
          </a:xfrm>
          <a:prstGeom prst="rect">
            <a:avLst/>
          </a:prstGeom>
          <a:noFill/>
        </p:spPr>
        <p:txBody>
          <a:bodyPr wrap="square" lIns="0" tIns="0" rIns="0" bIns="0" anchor="t">
            <a:spAutoFit/>
          </a:bodyPr>
          <a:lstStyle/>
          <a:p>
            <a:pPr algn="l">
              <a:lnSpc>
                <a:spcPct val="100000"/>
              </a:lnSpc>
              <a:spcBef>
                <a:spcPts val="0"/>
              </a:spcBef>
              <a:spcAft>
                <a:spcPts val="0"/>
              </a:spcAft>
              <a:buNone/>
              <a:defRPr/>
            </a:pPr>
            <a:r>
              <a:rPr sz="3600" b="1">
                <a:solidFill>
                  <a:srgbClr val="04579B"/>
                </a:solidFill>
                <a:latin typeface="Franklin Gothic Medium"/>
                <a:ea typeface="Franklin Gothic Medium"/>
                <a:cs typeface="Franklin Gothic Medium"/>
              </a:rPr>
              <a:t>Forecasting and recommendations</a:t>
            </a:r>
            <a:endParaRPr sz="2200">
              <a:latin typeface="Franklin Gothic Medium"/>
              <a:ea typeface="Franklin Gothic Medium"/>
              <a:cs typeface="Franklin Gothic Medium"/>
            </a:endParaRPr>
          </a:p>
        </p:txBody>
      </p:sp>
      <p:sp>
        <p:nvSpPr>
          <p:cNvPr id="1532155229" name="Slide Number Placeholder 3"/>
          <p:cNvSpPr>
            <a:spLocks noGrp="1"/>
          </p:cNvSpPr>
          <p:nvPr>
            <p:ph type="sldNum" idx="12"/>
          </p:nvPr>
        </p:nvSpPr>
        <p:spPr bwMode="auto">
          <a:xfrm>
            <a:off x="9503044" y="6356349"/>
            <a:ext cx="2133598" cy="365123"/>
          </a:xfrm>
        </p:spPr>
        <p:txBody>
          <a:bodyPr/>
          <a:lstStyle>
            <a:defPPr>
              <a:defRPr>
                <a:latin typeface="Franklin Gothic Book"/>
                <a:ea typeface="Franklin Gothic Book"/>
                <a:cs typeface="Franklin Gothic Book"/>
              </a:defRPr>
            </a:defPPr>
            <a:lvl1pPr>
              <a:defRPr>
                <a:latin typeface="Franklin Gothic Book"/>
                <a:ea typeface="Franklin Gothic Book"/>
                <a:cs typeface="Franklin Gothic Book"/>
              </a:defRPr>
            </a:lvl1pPr>
            <a:lvl2pPr>
              <a:defRPr>
                <a:latin typeface="Franklin Gothic Book"/>
                <a:ea typeface="Franklin Gothic Book"/>
                <a:cs typeface="Franklin Gothic Book"/>
              </a:defRPr>
            </a:lvl2pPr>
            <a:lvl3pPr>
              <a:defRPr>
                <a:latin typeface="Franklin Gothic Book"/>
                <a:ea typeface="Franklin Gothic Book"/>
                <a:cs typeface="Franklin Gothic Book"/>
              </a:defRPr>
            </a:lvl3pPr>
            <a:lvl4pPr>
              <a:defRPr>
                <a:latin typeface="Franklin Gothic Book"/>
                <a:ea typeface="Franklin Gothic Book"/>
                <a:cs typeface="Franklin Gothic Book"/>
              </a:defRPr>
            </a:lvl4pPr>
            <a:lvl5pPr>
              <a:defRPr>
                <a:latin typeface="Franklin Gothic Book"/>
                <a:ea typeface="Franklin Gothic Book"/>
                <a:cs typeface="Franklin Gothic Book"/>
              </a:defRPr>
            </a:lvl5pPr>
            <a:lvl6pPr>
              <a:defRPr>
                <a:latin typeface="Franklin Gothic Book"/>
                <a:ea typeface="Franklin Gothic Book"/>
                <a:cs typeface="Franklin Gothic Book"/>
              </a:defRPr>
            </a:lvl6pPr>
            <a:lvl7pPr>
              <a:defRPr>
                <a:latin typeface="Franklin Gothic Book"/>
                <a:ea typeface="Franklin Gothic Book"/>
                <a:cs typeface="Franklin Gothic Book"/>
              </a:defRPr>
            </a:lvl7pPr>
            <a:lvl8pPr>
              <a:defRPr>
                <a:latin typeface="Franklin Gothic Book"/>
                <a:ea typeface="Franklin Gothic Book"/>
                <a:cs typeface="Franklin Gothic Book"/>
              </a:defRPr>
            </a:lvl8pPr>
            <a:lvl9pPr>
              <a:defRPr>
                <a:latin typeface="Franklin Gothic Book"/>
                <a:ea typeface="Franklin Gothic Book"/>
                <a:cs typeface="Franklin Gothic Book"/>
              </a:defRPr>
            </a:lvl9pPr>
          </a:lstStyle>
          <a:p>
            <a:pPr>
              <a:buNone/>
              <a:defRPr/>
            </a:pPr>
            <a:fld id="{8C630A04-5A25-9E0C-9436-126091DB86B3}" type="slidenum">
              <a:rPr>
                <a:latin typeface="Franklin Gothic Book"/>
                <a:ea typeface="Franklin Gothic Book"/>
                <a:cs typeface="Franklin Gothic Book"/>
              </a:rPr>
              <a:t>7</a:t>
            </a:fld>
            <a:endParaRPr/>
          </a:p>
        </p:txBody>
      </p:sp>
      <p:sp>
        <p:nvSpPr>
          <p:cNvPr id="1772021026" name="Rounded Rectangle 6"/>
          <p:cNvSpPr>
            <a:spLocks noGrp="1"/>
          </p:cNvSpPr>
          <p:nvPr/>
        </p:nvSpPr>
        <p:spPr bwMode="auto">
          <a:xfrm>
            <a:off x="2077415" y="2569666"/>
            <a:ext cx="2148840" cy="658368"/>
          </a:xfrm>
          <a:prstGeom prst="roundRect">
            <a:avLst>
              <a:gd name="adj" fmla="val 5500"/>
            </a:avLst>
          </a:prstGeom>
          <a:solidFill>
            <a:srgbClr val="FFFFFF"/>
          </a:solidFill>
          <a:ln w="9525">
            <a:solidFill>
              <a:srgbClr val="9EB7DE"/>
            </a:solidFill>
          </a:ln>
        </p:spPr>
        <p:txBody>
          <a:bodyPr anchor="ctr"/>
          <a:lstStyle/>
          <a:p>
            <a:pPr algn="ctr">
              <a:buNone/>
              <a:defRPr/>
            </a:pPr>
            <a:endParaRPr sz="1400">
              <a:latin typeface="Franklin Gothic Book"/>
              <a:ea typeface="Franklin Gothic Book"/>
              <a:cs typeface="Franklin Gothic Book"/>
            </a:endParaRPr>
          </a:p>
        </p:txBody>
      </p:sp>
      <p:sp>
        <p:nvSpPr>
          <p:cNvPr id="1436381575" name="TextBox 7"/>
          <p:cNvSpPr>
            <a:spLocks noGrp="1"/>
          </p:cNvSpPr>
          <p:nvPr/>
        </p:nvSpPr>
        <p:spPr bwMode="auto">
          <a:xfrm>
            <a:off x="2187143" y="2661106"/>
            <a:ext cx="1943782" cy="456362"/>
          </a:xfrm>
          <a:prstGeom prst="rect">
            <a:avLst/>
          </a:prstGeom>
          <a:noFill/>
        </p:spPr>
        <p:txBody>
          <a:bodyPr wrap="square" lIns="0" tIns="0" rIns="0" bIns="0" anchor="t">
            <a:spAutoFit/>
          </a:bodyPr>
          <a:lstStyle/>
          <a:p>
            <a:pPr algn="l">
              <a:lnSpc>
                <a:spcPct val="112000"/>
              </a:lnSpc>
              <a:spcBef>
                <a:spcPts val="0"/>
              </a:spcBef>
              <a:spcAft>
                <a:spcPts val="99"/>
              </a:spcAft>
              <a:buNone/>
              <a:defRPr/>
            </a:pPr>
            <a:r>
              <a:rPr sz="1400" b="1">
                <a:solidFill>
                  <a:srgbClr val="04579B"/>
                </a:solidFill>
                <a:latin typeface="Franklin Gothic Book"/>
                <a:ea typeface="Franklin Gothic Book"/>
                <a:cs typeface="Franklin Gothic Book"/>
              </a:rPr>
              <a:t>Soil moisture forecast</a:t>
            </a:r>
            <a:endParaRPr sz="1400">
              <a:latin typeface="Franklin Gothic Book"/>
              <a:ea typeface="Franklin Gothic Book"/>
              <a:cs typeface="Franklin Gothic Book"/>
            </a:endParaRPr>
          </a:p>
          <a:p>
            <a:pPr algn="l">
              <a:lnSpc>
                <a:spcPct val="112000"/>
              </a:lnSpc>
              <a:spcBef>
                <a:spcPts val="0"/>
              </a:spcBef>
              <a:spcAft>
                <a:spcPts val="0"/>
              </a:spcAft>
              <a:buNone/>
              <a:defRPr/>
            </a:pPr>
            <a:r>
              <a:rPr sz="1200" b="0">
                <a:solidFill>
                  <a:schemeClr val="tx1"/>
                </a:solidFill>
                <a:latin typeface="Franklin Gothic Book"/>
                <a:ea typeface="Franklin Gothic Book"/>
                <a:cs typeface="Franklin Gothic Book"/>
              </a:rPr>
              <a:t>3 h forecast ≤ 55%</a:t>
            </a:r>
            <a:endParaRPr sz="1400">
              <a:latin typeface="Franklin Gothic Book"/>
              <a:ea typeface="Franklin Gothic Book"/>
              <a:cs typeface="Franklin Gothic Book"/>
            </a:endParaRPr>
          </a:p>
        </p:txBody>
      </p:sp>
      <p:sp>
        <p:nvSpPr>
          <p:cNvPr id="552505681" name="Rounded Rectangle 8"/>
          <p:cNvSpPr>
            <a:spLocks noGrp="1"/>
          </p:cNvSpPr>
          <p:nvPr/>
        </p:nvSpPr>
        <p:spPr bwMode="auto">
          <a:xfrm flipH="0" flipV="0">
            <a:off x="2077415" y="3365194"/>
            <a:ext cx="2148840" cy="464882"/>
          </a:xfrm>
          <a:prstGeom prst="roundRect">
            <a:avLst>
              <a:gd name="adj" fmla="val 5500"/>
            </a:avLst>
          </a:prstGeom>
          <a:solidFill>
            <a:srgbClr val="FFFFFF"/>
          </a:solidFill>
          <a:ln w="9525">
            <a:solidFill>
              <a:srgbClr val="9EB7DE"/>
            </a:solidFill>
          </a:ln>
        </p:spPr>
        <p:txBody>
          <a:bodyPr anchor="ctr"/>
          <a:lstStyle/>
          <a:p>
            <a:pPr algn="ctr">
              <a:buNone/>
              <a:defRPr/>
            </a:pPr>
            <a:endParaRPr sz="1400">
              <a:latin typeface="Franklin Gothic Book"/>
              <a:ea typeface="Franklin Gothic Book"/>
              <a:cs typeface="Franklin Gothic Book"/>
            </a:endParaRPr>
          </a:p>
        </p:txBody>
      </p:sp>
      <p:sp>
        <p:nvSpPr>
          <p:cNvPr id="1456209155" name="TextBox 9"/>
          <p:cNvSpPr>
            <a:spLocks noGrp="1"/>
          </p:cNvSpPr>
          <p:nvPr/>
        </p:nvSpPr>
        <p:spPr bwMode="auto">
          <a:xfrm>
            <a:off x="2187143" y="3456632"/>
            <a:ext cx="1937302" cy="238963"/>
          </a:xfrm>
          <a:prstGeom prst="rect">
            <a:avLst/>
          </a:prstGeom>
          <a:noFill/>
        </p:spPr>
        <p:txBody>
          <a:bodyPr wrap="square" lIns="0" tIns="0" rIns="0" bIns="0" anchor="t">
            <a:spAutoFit/>
          </a:bodyPr>
          <a:lstStyle/>
          <a:p>
            <a:pPr algn="l">
              <a:lnSpc>
                <a:spcPct val="112000"/>
              </a:lnSpc>
              <a:spcBef>
                <a:spcPts val="0"/>
              </a:spcBef>
              <a:spcAft>
                <a:spcPts val="99"/>
              </a:spcAft>
              <a:buNone/>
              <a:defRPr/>
            </a:pPr>
            <a:r>
              <a:rPr sz="1400" b="1">
                <a:solidFill>
                  <a:srgbClr val="04579B"/>
                </a:solidFill>
                <a:latin typeface="Franklin Gothic Book"/>
                <a:ea typeface="Franklin Gothic Book"/>
                <a:cs typeface="Franklin Gothic Book"/>
              </a:rPr>
              <a:t>Stressed / critical</a:t>
            </a:r>
            <a:endParaRPr sz="1400">
              <a:latin typeface="Franklin Gothic Book"/>
              <a:ea typeface="Franklin Gothic Book"/>
              <a:cs typeface="Franklin Gothic Book"/>
            </a:endParaRPr>
          </a:p>
        </p:txBody>
      </p:sp>
      <p:sp>
        <p:nvSpPr>
          <p:cNvPr id="155834326" name="Right Arrow 12"/>
          <p:cNvSpPr>
            <a:spLocks noGrp="1"/>
          </p:cNvSpPr>
          <p:nvPr/>
        </p:nvSpPr>
        <p:spPr bwMode="auto">
          <a:xfrm>
            <a:off x="4458744" y="3087032"/>
            <a:ext cx="502920" cy="310895"/>
          </a:xfrm>
          <a:prstGeom prst="rightArrow">
            <a:avLst>
              <a:gd name="adj1" fmla="val 55000"/>
              <a:gd name="adj2" fmla="val 55000"/>
            </a:avLst>
          </a:prstGeom>
          <a:solidFill>
            <a:srgbClr val="9EB7DE"/>
          </a:solidFill>
          <a:ln>
            <a:noFill/>
          </a:ln>
        </p:spPr>
        <p:txBody>
          <a:bodyPr anchor="ctr"/>
          <a:lstStyle/>
          <a:p>
            <a:pPr algn="ctr">
              <a:buNone/>
              <a:defRPr/>
            </a:pPr>
            <a:endParaRPr sz="1400">
              <a:latin typeface="Franklin Gothic Book"/>
              <a:ea typeface="Franklin Gothic Book"/>
              <a:cs typeface="Franklin Gothic Book"/>
            </a:endParaRPr>
          </a:p>
        </p:txBody>
      </p:sp>
      <p:sp>
        <p:nvSpPr>
          <p:cNvPr id="485263733" name="Rounded Rectangle 13"/>
          <p:cNvSpPr>
            <a:spLocks noGrp="1"/>
          </p:cNvSpPr>
          <p:nvPr/>
        </p:nvSpPr>
        <p:spPr bwMode="auto">
          <a:xfrm flipH="0" flipV="0">
            <a:off x="5098823" y="2823047"/>
            <a:ext cx="1965960" cy="809973"/>
          </a:xfrm>
          <a:prstGeom prst="roundRect">
            <a:avLst>
              <a:gd name="adj" fmla="val 5500"/>
            </a:avLst>
          </a:prstGeom>
          <a:noFill/>
          <a:ln w="9525">
            <a:solidFill>
              <a:srgbClr val="9EB7DE"/>
            </a:solidFill>
          </a:ln>
        </p:spPr>
        <p:txBody>
          <a:bodyPr anchor="ctr"/>
          <a:lstStyle/>
          <a:p>
            <a:pPr algn="ctr">
              <a:buNone/>
              <a:defRPr/>
            </a:pPr>
            <a:endParaRPr sz="1400">
              <a:latin typeface="Franklin Gothic Book"/>
              <a:ea typeface="Franklin Gothic Book"/>
              <a:cs typeface="Franklin Gothic Book"/>
            </a:endParaRPr>
          </a:p>
        </p:txBody>
      </p:sp>
      <p:sp>
        <p:nvSpPr>
          <p:cNvPr id="703903607" name="TextBox 14"/>
          <p:cNvSpPr>
            <a:spLocks noGrp="1"/>
          </p:cNvSpPr>
          <p:nvPr/>
        </p:nvSpPr>
        <p:spPr bwMode="auto">
          <a:xfrm>
            <a:off x="5245128" y="2972742"/>
            <a:ext cx="1707838" cy="487246"/>
          </a:xfrm>
          <a:prstGeom prst="rect">
            <a:avLst/>
          </a:prstGeom>
          <a:noFill/>
        </p:spPr>
        <p:txBody>
          <a:bodyPr wrap="square" lIns="0" tIns="0" rIns="0" bIns="0" anchor="t">
            <a:spAutoFit/>
          </a:bodyPr>
          <a:lstStyle/>
          <a:p>
            <a:pPr algn="l">
              <a:lnSpc>
                <a:spcPct val="112000"/>
              </a:lnSpc>
              <a:spcBef>
                <a:spcPts val="0"/>
              </a:spcBef>
              <a:spcAft>
                <a:spcPts val="299"/>
              </a:spcAft>
              <a:buNone/>
              <a:defRPr/>
            </a:pPr>
            <a:r>
              <a:rPr sz="1400" b="1">
                <a:solidFill>
                  <a:srgbClr val="04579B"/>
                </a:solidFill>
                <a:latin typeface="Franklin Gothic Book"/>
                <a:ea typeface="Franklin Gothic Book"/>
                <a:cs typeface="Franklin Gothic Book"/>
              </a:rPr>
              <a:t>Recommendation</a:t>
            </a:r>
            <a:endParaRPr sz="1400">
              <a:latin typeface="Franklin Gothic Book"/>
              <a:ea typeface="Franklin Gothic Book"/>
              <a:cs typeface="Franklin Gothic Book"/>
            </a:endParaRPr>
          </a:p>
          <a:p>
            <a:pPr algn="l">
              <a:lnSpc>
                <a:spcPct val="114999"/>
              </a:lnSpc>
              <a:spcBef>
                <a:spcPts val="0"/>
              </a:spcBef>
              <a:spcAft>
                <a:spcPts val="0"/>
              </a:spcAft>
              <a:buNone/>
              <a:defRPr/>
            </a:pPr>
            <a:r>
              <a:rPr sz="1200" b="0">
                <a:solidFill>
                  <a:schemeClr val="tx1"/>
                </a:solidFill>
                <a:latin typeface="Franklin Gothic Book"/>
                <a:ea typeface="Franklin Gothic Book"/>
                <a:cs typeface="Franklin Gothic Book"/>
              </a:rPr>
              <a:t>confidence ≥ 0.55</a:t>
            </a:r>
            <a:endParaRPr sz="1200">
              <a:latin typeface="Franklin Gothic Book"/>
              <a:ea typeface="Franklin Gothic Book"/>
              <a:cs typeface="Franklin Gothic Book"/>
            </a:endParaRPr>
          </a:p>
        </p:txBody>
      </p:sp>
      <p:sp>
        <p:nvSpPr>
          <p:cNvPr id="1233272761" name="Right Arrow 15"/>
          <p:cNvSpPr>
            <a:spLocks noGrp="1"/>
          </p:cNvSpPr>
          <p:nvPr/>
        </p:nvSpPr>
        <p:spPr bwMode="auto">
          <a:xfrm>
            <a:off x="7201944" y="3087032"/>
            <a:ext cx="502920" cy="310895"/>
          </a:xfrm>
          <a:prstGeom prst="rightArrow">
            <a:avLst>
              <a:gd name="adj1" fmla="val 55000"/>
              <a:gd name="adj2" fmla="val 55000"/>
            </a:avLst>
          </a:prstGeom>
          <a:solidFill>
            <a:srgbClr val="9EB7DE"/>
          </a:solidFill>
          <a:ln>
            <a:noFill/>
          </a:ln>
        </p:spPr>
        <p:txBody>
          <a:bodyPr anchor="ctr"/>
          <a:lstStyle/>
          <a:p>
            <a:pPr algn="ctr">
              <a:buNone/>
              <a:defRPr/>
            </a:pPr>
            <a:endParaRPr sz="1400">
              <a:latin typeface="Franklin Gothic Book"/>
              <a:ea typeface="Franklin Gothic Book"/>
              <a:cs typeface="Franklin Gothic Book"/>
            </a:endParaRPr>
          </a:p>
        </p:txBody>
      </p:sp>
      <p:sp>
        <p:nvSpPr>
          <p:cNvPr id="269957160" name="Rounded Rectangle 19"/>
          <p:cNvSpPr>
            <a:spLocks noGrp="1"/>
          </p:cNvSpPr>
          <p:nvPr/>
        </p:nvSpPr>
        <p:spPr bwMode="auto">
          <a:xfrm>
            <a:off x="7829033" y="2600939"/>
            <a:ext cx="1920240" cy="566928"/>
          </a:xfrm>
          <a:prstGeom prst="roundRect">
            <a:avLst>
              <a:gd name="adj" fmla="val 5500"/>
            </a:avLst>
          </a:prstGeom>
          <a:noFill/>
          <a:ln w="9525">
            <a:solidFill>
              <a:srgbClr val="A2BF8A"/>
            </a:solidFill>
            <a:prstDash val="solid"/>
          </a:ln>
        </p:spPr>
        <p:txBody>
          <a:bodyPr anchor="ctr"/>
          <a:lstStyle/>
          <a:p>
            <a:pPr algn="ctr">
              <a:buNone/>
              <a:defRPr/>
            </a:pPr>
            <a:endParaRPr sz="1400">
              <a:solidFill>
                <a:srgbClr val="A2BF8A"/>
              </a:solidFill>
              <a:latin typeface="Franklin Gothic Book"/>
              <a:ea typeface="Franklin Gothic Book"/>
              <a:cs typeface="Franklin Gothic Book"/>
            </a:endParaRPr>
          </a:p>
        </p:txBody>
      </p:sp>
      <p:sp>
        <p:nvSpPr>
          <p:cNvPr id="208504284" name="TextBox 20"/>
          <p:cNvSpPr>
            <a:spLocks noGrp="1"/>
          </p:cNvSpPr>
          <p:nvPr/>
        </p:nvSpPr>
        <p:spPr bwMode="auto">
          <a:xfrm>
            <a:off x="7829032" y="2728955"/>
            <a:ext cx="1925639" cy="238963"/>
          </a:xfrm>
          <a:prstGeom prst="rect">
            <a:avLst/>
          </a:prstGeom>
          <a:noFill/>
        </p:spPr>
        <p:txBody>
          <a:bodyPr wrap="square" lIns="0" tIns="0" rIns="0" bIns="0" anchor="t">
            <a:spAutoFit/>
          </a:bodyPr>
          <a:lstStyle/>
          <a:p>
            <a:pPr algn="ctr">
              <a:lnSpc>
                <a:spcPct val="112000"/>
              </a:lnSpc>
              <a:spcBef>
                <a:spcPts val="0"/>
              </a:spcBef>
              <a:spcAft>
                <a:spcPts val="0"/>
              </a:spcAft>
              <a:buNone/>
              <a:defRPr/>
            </a:pPr>
            <a:r>
              <a:rPr sz="1400" b="1">
                <a:solidFill>
                  <a:srgbClr val="A2BF8A"/>
                </a:solidFill>
                <a:latin typeface="Franklin Gothic Book"/>
                <a:ea typeface="Franklin Gothic Book"/>
                <a:cs typeface="Franklin Gothic Book"/>
              </a:rPr>
              <a:t>Irrigate 8 s</a:t>
            </a:r>
            <a:endParaRPr sz="1400">
              <a:solidFill>
                <a:srgbClr val="A2BF8A"/>
              </a:solidFill>
              <a:latin typeface="Franklin Gothic Book"/>
              <a:ea typeface="Franklin Gothic Book"/>
              <a:cs typeface="Franklin Gothic Book"/>
            </a:endParaRPr>
          </a:p>
        </p:txBody>
      </p:sp>
      <p:sp>
        <p:nvSpPr>
          <p:cNvPr id="1588994571" name="Rounded Rectangle 21"/>
          <p:cNvSpPr>
            <a:spLocks noGrp="1"/>
          </p:cNvSpPr>
          <p:nvPr/>
        </p:nvSpPr>
        <p:spPr bwMode="auto">
          <a:xfrm>
            <a:off x="7829033" y="3332459"/>
            <a:ext cx="1920240" cy="566928"/>
          </a:xfrm>
          <a:prstGeom prst="roundRect">
            <a:avLst>
              <a:gd name="adj" fmla="val 5500"/>
            </a:avLst>
          </a:prstGeom>
          <a:solidFill>
            <a:srgbClr val="FFFFFF"/>
          </a:solidFill>
          <a:ln w="9525">
            <a:solidFill>
              <a:srgbClr val="04579B"/>
            </a:solidFill>
            <a:prstDash val="solid"/>
          </a:ln>
        </p:spPr>
        <p:txBody>
          <a:bodyPr anchor="ctr"/>
          <a:lstStyle/>
          <a:p>
            <a:pPr algn="ctr">
              <a:buNone/>
              <a:defRPr/>
            </a:pPr>
            <a:endParaRPr sz="1400">
              <a:solidFill>
                <a:srgbClr val="04579B"/>
              </a:solidFill>
              <a:latin typeface="Franklin Gothic Book"/>
              <a:ea typeface="Franklin Gothic Book"/>
              <a:cs typeface="Franklin Gothic Book"/>
            </a:endParaRPr>
          </a:p>
        </p:txBody>
      </p:sp>
      <p:sp>
        <p:nvSpPr>
          <p:cNvPr id="1287668516" name="TextBox 22"/>
          <p:cNvSpPr>
            <a:spLocks noGrp="1"/>
          </p:cNvSpPr>
          <p:nvPr/>
        </p:nvSpPr>
        <p:spPr bwMode="auto">
          <a:xfrm>
            <a:off x="7829032" y="3460475"/>
            <a:ext cx="1926359" cy="239322"/>
          </a:xfrm>
          <a:prstGeom prst="rect">
            <a:avLst/>
          </a:prstGeom>
          <a:noFill/>
        </p:spPr>
        <p:txBody>
          <a:bodyPr wrap="square" lIns="0" tIns="0" rIns="0" bIns="0" anchor="t">
            <a:spAutoFit/>
          </a:bodyPr>
          <a:lstStyle/>
          <a:p>
            <a:pPr algn="ctr">
              <a:lnSpc>
                <a:spcPct val="112000"/>
              </a:lnSpc>
              <a:spcBef>
                <a:spcPts val="0"/>
              </a:spcBef>
              <a:spcAft>
                <a:spcPts val="0"/>
              </a:spcAft>
              <a:buNone/>
              <a:defRPr/>
            </a:pPr>
            <a:r>
              <a:rPr sz="1400" b="1">
                <a:solidFill>
                  <a:srgbClr val="04579B"/>
                </a:solidFill>
                <a:latin typeface="Franklin Gothic Book"/>
                <a:ea typeface="Franklin Gothic Book"/>
                <a:cs typeface="Franklin Gothic Book"/>
              </a:rPr>
              <a:t>Inspect plant</a:t>
            </a:r>
            <a:endParaRPr sz="1400">
              <a:solidFill>
                <a:srgbClr val="04579B"/>
              </a:solidFill>
              <a:latin typeface="Franklin Gothic Book"/>
              <a:ea typeface="Franklin Gothic Book"/>
              <a:cs typeface="Franklin Gothic Book"/>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55416829" name="TextBox 2"/>
          <p:cNvSpPr>
            <a:spLocks noGrp="1"/>
          </p:cNvSpPr>
          <p:nvPr/>
        </p:nvSpPr>
        <p:spPr bwMode="auto">
          <a:xfrm>
            <a:off x="566928" y="566928"/>
            <a:ext cx="11068998" cy="548999"/>
          </a:xfrm>
          <a:prstGeom prst="rect">
            <a:avLst/>
          </a:prstGeom>
          <a:noFill/>
        </p:spPr>
        <p:txBody>
          <a:bodyPr wrap="square" lIns="0" tIns="0" rIns="0" bIns="0" anchor="t">
            <a:spAutoFit/>
          </a:bodyPr>
          <a:lstStyle/>
          <a:p>
            <a:pPr algn="l">
              <a:lnSpc>
                <a:spcPct val="100000"/>
              </a:lnSpc>
              <a:spcBef>
                <a:spcPts val="0"/>
              </a:spcBef>
              <a:spcAft>
                <a:spcPts val="0"/>
              </a:spcAft>
              <a:buNone/>
              <a:defRPr/>
            </a:pPr>
            <a:r>
              <a:rPr sz="3600" b="1">
                <a:solidFill>
                  <a:srgbClr val="04579B"/>
                </a:solidFill>
                <a:latin typeface="Franklin Gothic Medium"/>
                <a:ea typeface="Franklin Gothic Medium"/>
                <a:cs typeface="Franklin Gothic Medium"/>
              </a:rPr>
              <a:t>Closing the loop</a:t>
            </a:r>
            <a:endParaRPr sz="2200">
              <a:latin typeface="Franklin Gothic Medium"/>
              <a:ea typeface="Franklin Gothic Medium"/>
              <a:cs typeface="Franklin Gothic Medium"/>
            </a:endParaRPr>
          </a:p>
        </p:txBody>
      </p:sp>
      <p:sp>
        <p:nvSpPr>
          <p:cNvPr id="1733474220" name="Rounded Rectangle 6"/>
          <p:cNvSpPr>
            <a:spLocks noGrp="1"/>
          </p:cNvSpPr>
          <p:nvPr/>
        </p:nvSpPr>
        <p:spPr bwMode="auto">
          <a:xfrm>
            <a:off x="566928" y="2360641"/>
            <a:ext cx="2148840" cy="658368"/>
          </a:xfrm>
          <a:prstGeom prst="roundRect">
            <a:avLst>
              <a:gd name="adj" fmla="val 5500"/>
            </a:avLst>
          </a:prstGeom>
          <a:solidFill>
            <a:srgbClr val="FFFFFF"/>
          </a:solidFill>
          <a:ln w="9525">
            <a:solidFill>
              <a:srgbClr val="9EB7DE"/>
            </a:solidFill>
          </a:ln>
        </p:spPr>
        <p:txBody>
          <a:bodyPr anchor="ctr"/>
          <a:lstStyle/>
          <a:p>
            <a:pPr algn="ctr">
              <a:buNone/>
              <a:defRPr/>
            </a:pPr>
            <a:endParaRPr sz="1400">
              <a:latin typeface="Franklin Gothic Book"/>
              <a:ea typeface="Franklin Gothic Book"/>
              <a:cs typeface="Franklin Gothic Book"/>
            </a:endParaRPr>
          </a:p>
        </p:txBody>
      </p:sp>
      <p:sp>
        <p:nvSpPr>
          <p:cNvPr id="1923376350" name="TextBox 7"/>
          <p:cNvSpPr>
            <a:spLocks noGrp="1"/>
          </p:cNvSpPr>
          <p:nvPr/>
        </p:nvSpPr>
        <p:spPr bwMode="auto">
          <a:xfrm>
            <a:off x="676656" y="2452081"/>
            <a:ext cx="1930823" cy="456847"/>
          </a:xfrm>
          <a:prstGeom prst="rect">
            <a:avLst/>
          </a:prstGeom>
          <a:noFill/>
        </p:spPr>
        <p:txBody>
          <a:bodyPr wrap="square" lIns="0" tIns="0" rIns="0" bIns="0" anchor="t">
            <a:spAutoFit/>
          </a:bodyPr>
          <a:lstStyle/>
          <a:p>
            <a:pPr algn="l">
              <a:lnSpc>
                <a:spcPct val="112000"/>
              </a:lnSpc>
              <a:spcBef>
                <a:spcPts val="0"/>
              </a:spcBef>
              <a:spcAft>
                <a:spcPts val="100"/>
              </a:spcAft>
              <a:buNone/>
              <a:defRPr/>
            </a:pPr>
            <a:r>
              <a:rPr sz="1400" b="1">
                <a:solidFill>
                  <a:srgbClr val="04579B"/>
                </a:solidFill>
                <a:latin typeface="Franklin Gothic Book"/>
                <a:ea typeface="Franklin Gothic Book"/>
                <a:cs typeface="Franklin Gothic Book"/>
              </a:rPr>
              <a:t>Recommendation</a:t>
            </a:r>
            <a:endParaRPr sz="1400">
              <a:latin typeface="Franklin Gothic Book"/>
              <a:ea typeface="Franklin Gothic Book"/>
              <a:cs typeface="Franklin Gothic Book"/>
            </a:endParaRPr>
          </a:p>
          <a:p>
            <a:pPr algn="l">
              <a:lnSpc>
                <a:spcPct val="112000"/>
              </a:lnSpc>
              <a:spcBef>
                <a:spcPts val="0"/>
              </a:spcBef>
              <a:spcAft>
                <a:spcPts val="0"/>
              </a:spcAft>
              <a:buNone/>
              <a:defRPr/>
            </a:pPr>
            <a:r>
              <a:rPr sz="1200" b="0">
                <a:solidFill>
                  <a:schemeClr val="tx1"/>
                </a:solidFill>
                <a:latin typeface="Franklin Gothic Book"/>
                <a:ea typeface="Franklin Gothic Book"/>
                <a:cs typeface="Franklin Gothic Book"/>
              </a:rPr>
              <a:t>from analytics</a:t>
            </a:r>
            <a:endParaRPr sz="1400">
              <a:latin typeface="Franklin Gothic Book"/>
              <a:ea typeface="Franklin Gothic Book"/>
              <a:cs typeface="Franklin Gothic Book"/>
            </a:endParaRPr>
          </a:p>
        </p:txBody>
      </p:sp>
      <p:sp>
        <p:nvSpPr>
          <p:cNvPr id="1340477677" name="Rounded Rectangle 8"/>
          <p:cNvSpPr>
            <a:spLocks noGrp="1"/>
          </p:cNvSpPr>
          <p:nvPr/>
        </p:nvSpPr>
        <p:spPr bwMode="auto">
          <a:xfrm>
            <a:off x="566928" y="3156169"/>
            <a:ext cx="2148840" cy="658368"/>
          </a:xfrm>
          <a:prstGeom prst="roundRect">
            <a:avLst>
              <a:gd name="adj" fmla="val 5500"/>
            </a:avLst>
          </a:prstGeom>
          <a:solidFill>
            <a:srgbClr val="FFFFFF"/>
          </a:solidFill>
          <a:ln w="9525">
            <a:solidFill>
              <a:srgbClr val="9EB7DE"/>
            </a:solidFill>
          </a:ln>
        </p:spPr>
        <p:txBody>
          <a:bodyPr anchor="ctr"/>
          <a:lstStyle/>
          <a:p>
            <a:pPr algn="ctr">
              <a:buNone/>
              <a:defRPr/>
            </a:pPr>
            <a:endParaRPr sz="1400">
              <a:latin typeface="Franklin Gothic Book"/>
              <a:ea typeface="Franklin Gothic Book"/>
              <a:cs typeface="Franklin Gothic Book"/>
            </a:endParaRPr>
          </a:p>
        </p:txBody>
      </p:sp>
      <p:sp>
        <p:nvSpPr>
          <p:cNvPr id="1314587337" name="TextBox 9"/>
          <p:cNvSpPr>
            <a:spLocks noGrp="1"/>
          </p:cNvSpPr>
          <p:nvPr/>
        </p:nvSpPr>
        <p:spPr bwMode="auto">
          <a:xfrm>
            <a:off x="676656" y="3247607"/>
            <a:ext cx="1930823" cy="456847"/>
          </a:xfrm>
          <a:prstGeom prst="rect">
            <a:avLst/>
          </a:prstGeom>
          <a:noFill/>
        </p:spPr>
        <p:txBody>
          <a:bodyPr wrap="square" lIns="0" tIns="0" rIns="0" bIns="0" anchor="t">
            <a:spAutoFit/>
          </a:bodyPr>
          <a:lstStyle/>
          <a:p>
            <a:pPr algn="l">
              <a:lnSpc>
                <a:spcPct val="112000"/>
              </a:lnSpc>
              <a:spcBef>
                <a:spcPts val="0"/>
              </a:spcBef>
              <a:spcAft>
                <a:spcPts val="100"/>
              </a:spcAft>
              <a:buNone/>
              <a:defRPr/>
            </a:pPr>
            <a:r>
              <a:rPr sz="1400" b="1">
                <a:solidFill>
                  <a:srgbClr val="04579B"/>
                </a:solidFill>
                <a:latin typeface="Franklin Gothic Book"/>
                <a:ea typeface="Franklin Gothic Book"/>
                <a:cs typeface="Franklin Gothic Book"/>
              </a:rPr>
              <a:t>Routine</a:t>
            </a:r>
            <a:endParaRPr sz="1400">
              <a:latin typeface="Franklin Gothic Book"/>
              <a:ea typeface="Franklin Gothic Book"/>
              <a:cs typeface="Franklin Gothic Book"/>
            </a:endParaRPr>
          </a:p>
          <a:p>
            <a:pPr algn="l">
              <a:lnSpc>
                <a:spcPct val="112000"/>
              </a:lnSpc>
              <a:spcBef>
                <a:spcPts val="0"/>
              </a:spcBef>
              <a:spcAft>
                <a:spcPts val="0"/>
              </a:spcAft>
              <a:buNone/>
              <a:defRPr/>
            </a:pPr>
            <a:r>
              <a:rPr sz="1200" b="0">
                <a:solidFill>
                  <a:schemeClr val="tx1"/>
                </a:solidFill>
                <a:latin typeface="Franklin Gothic Book"/>
                <a:ea typeface="Franklin Gothic Book"/>
                <a:cs typeface="Franklin Gothic Book"/>
              </a:rPr>
              <a:t>e.g. daily 08:00</a:t>
            </a:r>
            <a:endParaRPr sz="1400">
              <a:latin typeface="Franklin Gothic Book"/>
              <a:ea typeface="Franklin Gothic Book"/>
              <a:cs typeface="Franklin Gothic Book"/>
            </a:endParaRPr>
          </a:p>
        </p:txBody>
      </p:sp>
      <p:sp>
        <p:nvSpPr>
          <p:cNvPr id="535226007" name="Rounded Rectangle 10"/>
          <p:cNvSpPr>
            <a:spLocks noGrp="1"/>
          </p:cNvSpPr>
          <p:nvPr/>
        </p:nvSpPr>
        <p:spPr bwMode="auto">
          <a:xfrm>
            <a:off x="566928" y="3951697"/>
            <a:ext cx="2148840" cy="658368"/>
          </a:xfrm>
          <a:prstGeom prst="roundRect">
            <a:avLst>
              <a:gd name="adj" fmla="val 5500"/>
            </a:avLst>
          </a:prstGeom>
          <a:solidFill>
            <a:srgbClr val="FFFFFF"/>
          </a:solidFill>
          <a:ln w="9525">
            <a:solidFill>
              <a:srgbClr val="9EB7DE"/>
            </a:solidFill>
          </a:ln>
        </p:spPr>
        <p:txBody>
          <a:bodyPr anchor="ctr"/>
          <a:lstStyle/>
          <a:p>
            <a:pPr algn="ctr">
              <a:buNone/>
              <a:defRPr/>
            </a:pPr>
            <a:endParaRPr sz="1400">
              <a:latin typeface="Franklin Gothic Book"/>
              <a:ea typeface="Franklin Gothic Book"/>
              <a:cs typeface="Franklin Gothic Book"/>
            </a:endParaRPr>
          </a:p>
        </p:txBody>
      </p:sp>
      <p:sp>
        <p:nvSpPr>
          <p:cNvPr id="774130516" name="TextBox 11"/>
          <p:cNvSpPr>
            <a:spLocks noGrp="1"/>
          </p:cNvSpPr>
          <p:nvPr/>
        </p:nvSpPr>
        <p:spPr bwMode="auto">
          <a:xfrm>
            <a:off x="676656" y="4043137"/>
            <a:ext cx="1930823" cy="456847"/>
          </a:xfrm>
          <a:prstGeom prst="rect">
            <a:avLst/>
          </a:prstGeom>
          <a:noFill/>
        </p:spPr>
        <p:txBody>
          <a:bodyPr wrap="square" lIns="0" tIns="0" rIns="0" bIns="0" anchor="t">
            <a:spAutoFit/>
          </a:bodyPr>
          <a:lstStyle/>
          <a:p>
            <a:pPr algn="l">
              <a:lnSpc>
                <a:spcPct val="112000"/>
              </a:lnSpc>
              <a:spcBef>
                <a:spcPts val="0"/>
              </a:spcBef>
              <a:spcAft>
                <a:spcPts val="100"/>
              </a:spcAft>
              <a:buNone/>
              <a:defRPr/>
            </a:pPr>
            <a:r>
              <a:rPr sz="1400" b="1">
                <a:solidFill>
                  <a:srgbClr val="04579B"/>
                </a:solidFill>
                <a:latin typeface="Franklin Gothic Book"/>
                <a:ea typeface="Franklin Gothic Book"/>
                <a:cs typeface="Franklin Gothic Book"/>
              </a:rPr>
              <a:t>Manual</a:t>
            </a:r>
            <a:endParaRPr sz="1400">
              <a:latin typeface="Franklin Gothic Book"/>
              <a:ea typeface="Franklin Gothic Book"/>
              <a:cs typeface="Franklin Gothic Book"/>
            </a:endParaRPr>
          </a:p>
          <a:p>
            <a:pPr algn="l">
              <a:lnSpc>
                <a:spcPct val="112000"/>
              </a:lnSpc>
              <a:spcBef>
                <a:spcPts val="0"/>
              </a:spcBef>
              <a:spcAft>
                <a:spcPts val="0"/>
              </a:spcAft>
              <a:buNone/>
              <a:defRPr/>
            </a:pPr>
            <a:r>
              <a:rPr sz="1200" b="0">
                <a:solidFill>
                  <a:schemeClr val="tx1"/>
                </a:solidFill>
                <a:latin typeface="Franklin Gothic Book"/>
                <a:ea typeface="Franklin Gothic Book"/>
                <a:cs typeface="Franklin Gothic Book"/>
              </a:rPr>
              <a:t>from the dashboard</a:t>
            </a:r>
            <a:endParaRPr sz="1400">
              <a:solidFill>
                <a:schemeClr val="tx1"/>
              </a:solidFill>
              <a:latin typeface="Franklin Gothic Book"/>
              <a:ea typeface="Franklin Gothic Book"/>
              <a:cs typeface="Franklin Gothic Book"/>
            </a:endParaRPr>
          </a:p>
        </p:txBody>
      </p:sp>
      <p:sp>
        <p:nvSpPr>
          <p:cNvPr id="969735632" name="Right Arrow 12"/>
          <p:cNvSpPr>
            <a:spLocks noGrp="1"/>
          </p:cNvSpPr>
          <p:nvPr/>
        </p:nvSpPr>
        <p:spPr bwMode="auto">
          <a:xfrm>
            <a:off x="2852928" y="3247608"/>
            <a:ext cx="502920" cy="310896"/>
          </a:xfrm>
          <a:prstGeom prst="rightArrow">
            <a:avLst>
              <a:gd name="adj1" fmla="val 55000"/>
              <a:gd name="adj2" fmla="val 55000"/>
            </a:avLst>
          </a:prstGeom>
          <a:solidFill>
            <a:srgbClr val="9EB7DE"/>
          </a:solidFill>
          <a:ln>
            <a:noFill/>
          </a:ln>
        </p:spPr>
        <p:txBody>
          <a:bodyPr anchor="ctr"/>
          <a:lstStyle/>
          <a:p>
            <a:pPr algn="ctr">
              <a:buNone/>
              <a:defRPr/>
            </a:pPr>
            <a:endParaRPr sz="1400">
              <a:latin typeface="Franklin Gothic Book"/>
              <a:ea typeface="Franklin Gothic Book"/>
              <a:cs typeface="Franklin Gothic Book"/>
            </a:endParaRPr>
          </a:p>
        </p:txBody>
      </p:sp>
      <p:sp>
        <p:nvSpPr>
          <p:cNvPr id="393758677" name="Rounded Rectangle 13"/>
          <p:cNvSpPr>
            <a:spLocks noGrp="1"/>
          </p:cNvSpPr>
          <p:nvPr/>
        </p:nvSpPr>
        <p:spPr bwMode="auto">
          <a:xfrm>
            <a:off x="3493008" y="2772120"/>
            <a:ext cx="1965960" cy="1280160"/>
          </a:xfrm>
          <a:prstGeom prst="roundRect">
            <a:avLst>
              <a:gd name="adj" fmla="val 5500"/>
            </a:avLst>
          </a:prstGeom>
          <a:noFill/>
          <a:ln w="9525">
            <a:solidFill>
              <a:srgbClr val="9EB7DE"/>
            </a:solidFill>
          </a:ln>
        </p:spPr>
        <p:txBody>
          <a:bodyPr anchor="ctr"/>
          <a:lstStyle/>
          <a:p>
            <a:pPr algn="ctr">
              <a:buNone/>
              <a:defRPr/>
            </a:pPr>
            <a:endParaRPr sz="1400">
              <a:latin typeface="Franklin Gothic Book"/>
              <a:ea typeface="Franklin Gothic Book"/>
              <a:cs typeface="Franklin Gothic Book"/>
            </a:endParaRPr>
          </a:p>
        </p:txBody>
      </p:sp>
      <p:sp>
        <p:nvSpPr>
          <p:cNvPr id="587901230" name="TextBox 14"/>
          <p:cNvSpPr>
            <a:spLocks noGrp="1"/>
          </p:cNvSpPr>
          <p:nvPr/>
        </p:nvSpPr>
        <p:spPr bwMode="auto">
          <a:xfrm>
            <a:off x="3639312" y="2955001"/>
            <a:ext cx="1693079" cy="908353"/>
          </a:xfrm>
          <a:prstGeom prst="rect">
            <a:avLst/>
          </a:prstGeom>
          <a:noFill/>
        </p:spPr>
        <p:txBody>
          <a:bodyPr wrap="square" lIns="0" tIns="0" rIns="0" bIns="0" anchor="t">
            <a:spAutoFit/>
          </a:bodyPr>
          <a:lstStyle/>
          <a:p>
            <a:pPr algn="l">
              <a:lnSpc>
                <a:spcPct val="112000"/>
              </a:lnSpc>
              <a:spcBef>
                <a:spcPts val="0"/>
              </a:spcBef>
              <a:spcAft>
                <a:spcPts val="300"/>
              </a:spcAft>
              <a:buNone/>
              <a:defRPr/>
            </a:pPr>
            <a:r>
              <a:rPr sz="1400" b="1">
                <a:solidFill>
                  <a:srgbClr val="04579B"/>
                </a:solidFill>
                <a:latin typeface="Franklin Gothic Book"/>
                <a:ea typeface="Franklin Gothic Book"/>
                <a:cs typeface="Franklin Gothic Book"/>
              </a:rPr>
              <a:t>Operating mode</a:t>
            </a:r>
            <a:endParaRPr sz="1400">
              <a:latin typeface="Franklin Gothic Book"/>
              <a:ea typeface="Franklin Gothic Book"/>
              <a:cs typeface="Franklin Gothic Book"/>
            </a:endParaRPr>
          </a:p>
          <a:p>
            <a:pPr algn="l">
              <a:lnSpc>
                <a:spcPct val="114999"/>
              </a:lnSpc>
              <a:spcBef>
                <a:spcPts val="0"/>
              </a:spcBef>
              <a:spcAft>
                <a:spcPts val="0"/>
              </a:spcAft>
              <a:buNone/>
              <a:defRPr/>
            </a:pPr>
            <a:r>
              <a:rPr sz="1200" b="0">
                <a:solidFill>
                  <a:schemeClr val="tx1"/>
                </a:solidFill>
                <a:latin typeface="Franklin Gothic Book"/>
                <a:ea typeface="Franklin Gothic Book"/>
                <a:cs typeface="Franklin Gothic Book"/>
              </a:rPr>
              <a:t>AI autopilot on: routines skipped. Off: AI advice only.</a:t>
            </a:r>
            <a:endParaRPr sz="1200">
              <a:latin typeface="Franklin Gothic Book"/>
              <a:ea typeface="Franklin Gothic Book"/>
              <a:cs typeface="Franklin Gothic Book"/>
            </a:endParaRPr>
          </a:p>
        </p:txBody>
      </p:sp>
      <p:sp>
        <p:nvSpPr>
          <p:cNvPr id="1175280478" name="Right Arrow 15"/>
          <p:cNvSpPr>
            <a:spLocks noGrp="1"/>
          </p:cNvSpPr>
          <p:nvPr/>
        </p:nvSpPr>
        <p:spPr bwMode="auto">
          <a:xfrm>
            <a:off x="5596128" y="3247608"/>
            <a:ext cx="502920" cy="310896"/>
          </a:xfrm>
          <a:prstGeom prst="rightArrow">
            <a:avLst>
              <a:gd name="adj1" fmla="val 55000"/>
              <a:gd name="adj2" fmla="val 55000"/>
            </a:avLst>
          </a:prstGeom>
          <a:solidFill>
            <a:srgbClr val="9EB7DE"/>
          </a:solidFill>
          <a:ln>
            <a:noFill/>
          </a:ln>
        </p:spPr>
        <p:txBody>
          <a:bodyPr anchor="ctr"/>
          <a:lstStyle/>
          <a:p>
            <a:pPr algn="ctr">
              <a:buNone/>
              <a:defRPr/>
            </a:pPr>
            <a:endParaRPr sz="1400">
              <a:latin typeface="Franklin Gothic Book"/>
              <a:ea typeface="Franklin Gothic Book"/>
              <a:cs typeface="Franklin Gothic Book"/>
            </a:endParaRPr>
          </a:p>
        </p:txBody>
      </p:sp>
      <p:sp>
        <p:nvSpPr>
          <p:cNvPr id="2146108672" name="Rounded Rectangle 16"/>
          <p:cNvSpPr>
            <a:spLocks noGrp="1"/>
          </p:cNvSpPr>
          <p:nvPr/>
        </p:nvSpPr>
        <p:spPr bwMode="auto">
          <a:xfrm>
            <a:off x="6236208" y="2570953"/>
            <a:ext cx="2651760" cy="1691640"/>
          </a:xfrm>
          <a:prstGeom prst="roundRect">
            <a:avLst>
              <a:gd name="adj" fmla="val 5500"/>
            </a:avLst>
          </a:prstGeom>
          <a:noFill/>
          <a:ln w="9525">
            <a:solidFill>
              <a:srgbClr val="9EB7DE"/>
            </a:solidFill>
          </a:ln>
        </p:spPr>
        <p:txBody>
          <a:bodyPr anchor="ctr"/>
          <a:lstStyle/>
          <a:p>
            <a:pPr algn="ctr">
              <a:buNone/>
              <a:defRPr/>
            </a:pPr>
            <a:endParaRPr sz="1400">
              <a:latin typeface="Franklin Gothic Book"/>
              <a:ea typeface="Franklin Gothic Book"/>
              <a:cs typeface="Franklin Gothic Book"/>
            </a:endParaRPr>
          </a:p>
        </p:txBody>
      </p:sp>
      <p:sp>
        <p:nvSpPr>
          <p:cNvPr id="259531084" name="TextBox 17"/>
          <p:cNvSpPr>
            <a:spLocks noGrp="1"/>
          </p:cNvSpPr>
          <p:nvPr/>
        </p:nvSpPr>
        <p:spPr bwMode="auto">
          <a:xfrm>
            <a:off x="6400800" y="2735543"/>
            <a:ext cx="2333160" cy="1191463"/>
          </a:xfrm>
          <a:prstGeom prst="rect">
            <a:avLst/>
          </a:prstGeom>
          <a:noFill/>
        </p:spPr>
        <p:txBody>
          <a:bodyPr wrap="square" lIns="0" tIns="0" rIns="0" bIns="0" anchor="t">
            <a:spAutoFit/>
          </a:bodyPr>
          <a:lstStyle/>
          <a:p>
            <a:pPr algn="l">
              <a:lnSpc>
                <a:spcPct val="112000"/>
              </a:lnSpc>
              <a:spcBef>
                <a:spcPts val="0"/>
              </a:spcBef>
              <a:spcAft>
                <a:spcPts val="300"/>
              </a:spcAft>
              <a:buNone/>
              <a:defRPr/>
            </a:pPr>
            <a:r>
              <a:rPr sz="1400" b="1">
                <a:solidFill>
                  <a:srgbClr val="04579B"/>
                </a:solidFill>
                <a:latin typeface="Franklin Gothic Book"/>
                <a:ea typeface="Franklin Gothic Book"/>
                <a:cs typeface="Franklin Gothic Book"/>
              </a:rPr>
              <a:t>Actuator policy</a:t>
            </a:r>
            <a:endParaRPr sz="1400">
              <a:latin typeface="Franklin Gothic Book"/>
              <a:ea typeface="Franklin Gothic Book"/>
              <a:cs typeface="Franklin Gothic Book"/>
            </a:endParaRPr>
          </a:p>
          <a:p>
            <a:pPr algn="l">
              <a:lnSpc>
                <a:spcPct val="125000"/>
              </a:lnSpc>
              <a:spcBef>
                <a:spcPts val="0"/>
              </a:spcBef>
              <a:spcAft>
                <a:spcPts val="0"/>
              </a:spcAft>
              <a:buNone/>
              <a:defRPr/>
            </a:pPr>
            <a:r>
              <a:rPr sz="1200" b="0">
                <a:solidFill>
                  <a:schemeClr val="tx1"/>
                </a:solidFill>
                <a:latin typeface="Franklin Gothic Book"/>
                <a:ea typeface="Franklin Gothic Book"/>
                <a:cs typeface="Franklin Gothic Book"/>
              </a:rPr>
              <a:t>allowed commands</a:t>
            </a:r>
            <a:br>
              <a:rPr sz="1200" b="0">
                <a:solidFill>
                  <a:schemeClr val="tx1"/>
                </a:solidFill>
                <a:latin typeface="Franklin Gothic Book"/>
                <a:ea typeface="Franklin Gothic Book"/>
                <a:cs typeface="Franklin Gothic Book"/>
              </a:rPr>
            </a:br>
            <a:r>
              <a:rPr sz="1200" b="0">
                <a:solidFill>
                  <a:schemeClr val="tx1"/>
                </a:solidFill>
                <a:latin typeface="Franklin Gothic Book"/>
                <a:ea typeface="Franklin Gothic Book"/>
                <a:cs typeface="Franklin Gothic Book"/>
              </a:rPr>
              <a:t>max duration: 15 s</a:t>
            </a:r>
            <a:br>
              <a:rPr sz="1200" b="0">
                <a:solidFill>
                  <a:schemeClr val="tx1"/>
                </a:solidFill>
                <a:latin typeface="Franklin Gothic Book"/>
                <a:ea typeface="Franklin Gothic Book"/>
                <a:cs typeface="Franklin Gothic Book"/>
              </a:rPr>
            </a:br>
            <a:r>
              <a:rPr sz="1200" b="0">
                <a:solidFill>
                  <a:schemeClr val="tx1"/>
                </a:solidFill>
                <a:latin typeface="Franklin Gothic Book"/>
                <a:ea typeface="Franklin Gothic Book"/>
                <a:cs typeface="Franklin Gothic Book"/>
              </a:rPr>
              <a:t>cooldown: 3 h</a:t>
            </a:r>
            <a:br>
              <a:rPr sz="1200" b="0">
                <a:solidFill>
                  <a:schemeClr val="tx1"/>
                </a:solidFill>
                <a:latin typeface="Franklin Gothic Book"/>
                <a:ea typeface="Franklin Gothic Book"/>
                <a:cs typeface="Franklin Gothic Book"/>
              </a:rPr>
            </a:br>
            <a:r>
              <a:rPr sz="1200" b="0">
                <a:solidFill>
                  <a:schemeClr val="tx1"/>
                </a:solidFill>
                <a:latin typeface="Franklin Gothic Book"/>
                <a:ea typeface="Franklin Gothic Book"/>
                <a:cs typeface="Franklin Gothic Book"/>
              </a:rPr>
              <a:t>overlap handling</a:t>
            </a:r>
            <a:endParaRPr sz="1400">
              <a:solidFill>
                <a:schemeClr val="tx1"/>
              </a:solidFill>
              <a:latin typeface="Franklin Gothic Book"/>
              <a:ea typeface="Franklin Gothic Book"/>
              <a:cs typeface="Franklin Gothic Book"/>
            </a:endParaRPr>
          </a:p>
        </p:txBody>
      </p:sp>
      <p:sp>
        <p:nvSpPr>
          <p:cNvPr id="411027508" name="Right Arrow 18"/>
          <p:cNvSpPr>
            <a:spLocks noGrp="1"/>
          </p:cNvSpPr>
          <p:nvPr/>
        </p:nvSpPr>
        <p:spPr bwMode="auto">
          <a:xfrm>
            <a:off x="9025128" y="3247608"/>
            <a:ext cx="502920" cy="310896"/>
          </a:xfrm>
          <a:prstGeom prst="rightArrow">
            <a:avLst>
              <a:gd name="adj1" fmla="val 55000"/>
              <a:gd name="adj2" fmla="val 55000"/>
            </a:avLst>
          </a:prstGeom>
          <a:solidFill>
            <a:srgbClr val="9EB7DE"/>
          </a:solidFill>
          <a:ln>
            <a:noFill/>
          </a:ln>
        </p:spPr>
        <p:txBody>
          <a:bodyPr anchor="ctr"/>
          <a:lstStyle/>
          <a:p>
            <a:pPr algn="ctr">
              <a:buNone/>
              <a:defRPr/>
            </a:pPr>
            <a:endParaRPr sz="1400">
              <a:latin typeface="Franklin Gothic Book"/>
              <a:ea typeface="Franklin Gothic Book"/>
              <a:cs typeface="Franklin Gothic Book"/>
            </a:endParaRPr>
          </a:p>
        </p:txBody>
      </p:sp>
      <p:sp>
        <p:nvSpPr>
          <p:cNvPr id="2043182392" name="Rounded Rectangle 19"/>
          <p:cNvSpPr>
            <a:spLocks noGrp="1"/>
          </p:cNvSpPr>
          <p:nvPr/>
        </p:nvSpPr>
        <p:spPr bwMode="auto">
          <a:xfrm>
            <a:off x="9665206" y="2698969"/>
            <a:ext cx="1920240" cy="566928"/>
          </a:xfrm>
          <a:prstGeom prst="roundRect">
            <a:avLst>
              <a:gd name="adj" fmla="val 5500"/>
            </a:avLst>
          </a:prstGeom>
          <a:noFill/>
          <a:ln w="9525">
            <a:solidFill>
              <a:srgbClr val="2E7D4F"/>
            </a:solidFill>
          </a:ln>
        </p:spPr>
        <p:txBody>
          <a:bodyPr anchor="ctr"/>
          <a:lstStyle/>
          <a:p>
            <a:pPr algn="ctr">
              <a:buNone/>
              <a:defRPr/>
            </a:pPr>
            <a:endParaRPr sz="1400">
              <a:latin typeface="Franklin Gothic Book"/>
              <a:ea typeface="Franklin Gothic Book"/>
              <a:cs typeface="Franklin Gothic Book"/>
            </a:endParaRPr>
          </a:p>
        </p:txBody>
      </p:sp>
      <p:sp>
        <p:nvSpPr>
          <p:cNvPr id="1344546201" name="TextBox 20"/>
          <p:cNvSpPr>
            <a:spLocks noGrp="1"/>
          </p:cNvSpPr>
          <p:nvPr/>
        </p:nvSpPr>
        <p:spPr bwMode="auto">
          <a:xfrm>
            <a:off x="9665205" y="2826985"/>
            <a:ext cx="1920960" cy="239322"/>
          </a:xfrm>
          <a:prstGeom prst="rect">
            <a:avLst/>
          </a:prstGeom>
          <a:noFill/>
        </p:spPr>
        <p:txBody>
          <a:bodyPr wrap="square" lIns="0" tIns="0" rIns="0" bIns="0" anchor="t">
            <a:spAutoFit/>
          </a:bodyPr>
          <a:lstStyle/>
          <a:p>
            <a:pPr algn="ctr">
              <a:lnSpc>
                <a:spcPct val="112000"/>
              </a:lnSpc>
              <a:spcBef>
                <a:spcPts val="0"/>
              </a:spcBef>
              <a:spcAft>
                <a:spcPts val="0"/>
              </a:spcAft>
              <a:buNone/>
              <a:defRPr/>
            </a:pPr>
            <a:r>
              <a:rPr sz="1400" b="1">
                <a:solidFill>
                  <a:srgbClr val="2E7D4F"/>
                </a:solidFill>
                <a:latin typeface="Franklin Gothic Book"/>
                <a:ea typeface="Franklin Gothic Book"/>
                <a:cs typeface="Franklin Gothic Book"/>
              </a:rPr>
              <a:t>execute + auto-OFF</a:t>
            </a:r>
            <a:endParaRPr sz="1400">
              <a:latin typeface="Franklin Gothic Book"/>
              <a:ea typeface="Franklin Gothic Book"/>
              <a:cs typeface="Franklin Gothic Book"/>
            </a:endParaRPr>
          </a:p>
        </p:txBody>
      </p:sp>
      <p:sp>
        <p:nvSpPr>
          <p:cNvPr id="2100229665" name="Rounded Rectangle 21"/>
          <p:cNvSpPr>
            <a:spLocks noGrp="1"/>
          </p:cNvSpPr>
          <p:nvPr/>
        </p:nvSpPr>
        <p:spPr bwMode="auto">
          <a:xfrm>
            <a:off x="9665206" y="3430489"/>
            <a:ext cx="1920240" cy="566928"/>
          </a:xfrm>
          <a:prstGeom prst="roundRect">
            <a:avLst>
              <a:gd name="adj" fmla="val 5500"/>
            </a:avLst>
          </a:prstGeom>
          <a:solidFill>
            <a:srgbClr val="FFFFFF"/>
          </a:solidFill>
          <a:ln w="9525">
            <a:solidFill>
              <a:srgbClr val="B3423A"/>
            </a:solidFill>
          </a:ln>
        </p:spPr>
        <p:txBody>
          <a:bodyPr anchor="ctr"/>
          <a:lstStyle/>
          <a:p>
            <a:pPr algn="ctr">
              <a:buNone/>
              <a:defRPr/>
            </a:pPr>
            <a:endParaRPr sz="1400">
              <a:latin typeface="Franklin Gothic Book"/>
              <a:ea typeface="Franklin Gothic Book"/>
              <a:cs typeface="Franklin Gothic Book"/>
            </a:endParaRPr>
          </a:p>
        </p:txBody>
      </p:sp>
      <p:sp>
        <p:nvSpPr>
          <p:cNvPr id="523141133" name="TextBox 22"/>
          <p:cNvSpPr>
            <a:spLocks noGrp="1"/>
          </p:cNvSpPr>
          <p:nvPr/>
        </p:nvSpPr>
        <p:spPr bwMode="auto">
          <a:xfrm>
            <a:off x="9665205" y="3558505"/>
            <a:ext cx="1920960" cy="239322"/>
          </a:xfrm>
          <a:prstGeom prst="rect">
            <a:avLst/>
          </a:prstGeom>
          <a:noFill/>
        </p:spPr>
        <p:txBody>
          <a:bodyPr wrap="square" lIns="0" tIns="0" rIns="0" bIns="0" anchor="t">
            <a:spAutoFit/>
          </a:bodyPr>
          <a:lstStyle/>
          <a:p>
            <a:pPr algn="ctr">
              <a:lnSpc>
                <a:spcPct val="112000"/>
              </a:lnSpc>
              <a:spcBef>
                <a:spcPts val="0"/>
              </a:spcBef>
              <a:spcAft>
                <a:spcPts val="0"/>
              </a:spcAft>
              <a:buNone/>
              <a:defRPr/>
            </a:pPr>
            <a:r>
              <a:rPr sz="1400" b="1">
                <a:solidFill>
                  <a:srgbClr val="B3423A"/>
                </a:solidFill>
                <a:latin typeface="Franklin Gothic Book"/>
                <a:ea typeface="Franklin Gothic Book"/>
                <a:cs typeface="Franklin Gothic Book"/>
              </a:rPr>
              <a:t>reject + record why</a:t>
            </a:r>
            <a:endParaRPr sz="1400">
              <a:latin typeface="Franklin Gothic Book"/>
              <a:ea typeface="Franklin Gothic Book"/>
              <a:cs typeface="Franklin Gothic Book"/>
            </a:endParaRPr>
          </a:p>
        </p:txBody>
      </p:sp>
      <p:sp>
        <p:nvSpPr>
          <p:cNvPr id="1068860270" name="Slide Number Placeholder 3"/>
          <p:cNvSpPr>
            <a:spLocks noGrp="1"/>
          </p:cNvSpPr>
          <p:nvPr>
            <p:ph type="sldNum" idx="12"/>
          </p:nvPr>
        </p:nvSpPr>
        <p:spPr bwMode="auto">
          <a:xfrm>
            <a:off x="9494405" y="6356349"/>
            <a:ext cx="2133599" cy="365124"/>
          </a:xfrm>
        </p:spPr>
        <p:txBody>
          <a:bodyPr/>
          <a:lstStyle>
            <a:defPPr>
              <a:defRPr>
                <a:latin typeface="Franklin Gothic Book"/>
                <a:ea typeface="Franklin Gothic Book"/>
                <a:cs typeface="Franklin Gothic Book"/>
              </a:defRPr>
            </a:defPPr>
            <a:lvl1pPr>
              <a:defRPr>
                <a:latin typeface="Franklin Gothic Book"/>
                <a:ea typeface="Franklin Gothic Book"/>
                <a:cs typeface="Franklin Gothic Book"/>
              </a:defRPr>
            </a:lvl1pPr>
            <a:lvl2pPr>
              <a:defRPr>
                <a:latin typeface="Franklin Gothic Book"/>
                <a:ea typeface="Franklin Gothic Book"/>
                <a:cs typeface="Franklin Gothic Book"/>
              </a:defRPr>
            </a:lvl2pPr>
            <a:lvl3pPr>
              <a:defRPr>
                <a:latin typeface="Franklin Gothic Book"/>
                <a:ea typeface="Franklin Gothic Book"/>
                <a:cs typeface="Franklin Gothic Book"/>
              </a:defRPr>
            </a:lvl3pPr>
            <a:lvl4pPr>
              <a:defRPr>
                <a:latin typeface="Franklin Gothic Book"/>
                <a:ea typeface="Franklin Gothic Book"/>
                <a:cs typeface="Franklin Gothic Book"/>
              </a:defRPr>
            </a:lvl4pPr>
            <a:lvl5pPr>
              <a:defRPr>
                <a:latin typeface="Franklin Gothic Book"/>
                <a:ea typeface="Franklin Gothic Book"/>
                <a:cs typeface="Franklin Gothic Book"/>
              </a:defRPr>
            </a:lvl5pPr>
            <a:lvl6pPr>
              <a:defRPr>
                <a:latin typeface="Franklin Gothic Book"/>
                <a:ea typeface="Franklin Gothic Book"/>
                <a:cs typeface="Franklin Gothic Book"/>
              </a:defRPr>
            </a:lvl6pPr>
            <a:lvl7pPr>
              <a:defRPr>
                <a:latin typeface="Franklin Gothic Book"/>
                <a:ea typeface="Franklin Gothic Book"/>
                <a:cs typeface="Franklin Gothic Book"/>
              </a:defRPr>
            </a:lvl7pPr>
            <a:lvl8pPr>
              <a:defRPr>
                <a:latin typeface="Franklin Gothic Book"/>
                <a:ea typeface="Franklin Gothic Book"/>
                <a:cs typeface="Franklin Gothic Book"/>
              </a:defRPr>
            </a:lvl8pPr>
            <a:lvl9pPr>
              <a:defRPr>
                <a:latin typeface="Franklin Gothic Book"/>
                <a:ea typeface="Franklin Gothic Book"/>
                <a:cs typeface="Franklin Gothic Book"/>
              </a:defRPr>
            </a:lvl9pPr>
          </a:lstStyle>
          <a:p>
            <a:pPr>
              <a:buNone/>
              <a:defRPr/>
            </a:pPr>
            <a:fld id="{D3D7D1C8-AE23-AA48-DF65-C742588DBE47}" type="slidenum">
              <a:rPr>
                <a:latin typeface="Franklin Gothic Book"/>
                <a:ea typeface="Franklin Gothic Book"/>
                <a:cs typeface="Franklin Gothic Book"/>
              </a:rPr>
              <a:t>8</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35399967" name="TextBox 2"/>
          <p:cNvSpPr>
            <a:spLocks noGrp="1"/>
          </p:cNvSpPr>
          <p:nvPr/>
        </p:nvSpPr>
        <p:spPr bwMode="auto">
          <a:xfrm>
            <a:off x="566928" y="566928"/>
            <a:ext cx="11065758" cy="548640"/>
          </a:xfrm>
          <a:prstGeom prst="rect">
            <a:avLst/>
          </a:prstGeom>
          <a:noFill/>
        </p:spPr>
        <p:txBody>
          <a:bodyPr wrap="square" lIns="0" tIns="0" rIns="0" bIns="0" anchor="t">
            <a:spAutoFit/>
          </a:bodyPr>
          <a:lstStyle/>
          <a:p>
            <a:pPr algn="l">
              <a:lnSpc>
                <a:spcPct val="100000"/>
              </a:lnSpc>
              <a:spcBef>
                <a:spcPts val="0"/>
              </a:spcBef>
              <a:spcAft>
                <a:spcPts val="0"/>
              </a:spcAft>
              <a:buNone/>
              <a:defRPr/>
            </a:pPr>
            <a:r>
              <a:rPr sz="3600" b="1">
                <a:solidFill>
                  <a:srgbClr val="04579B"/>
                </a:solidFill>
                <a:latin typeface="Franklin Gothic Medium"/>
                <a:ea typeface="Franklin Gothic Medium"/>
                <a:cs typeface="Franklin Gothic Medium"/>
              </a:rPr>
              <a:t>System architecture</a:t>
            </a:r>
            <a:endParaRPr/>
          </a:p>
        </p:txBody>
      </p:sp>
      <p:pic>
        <p:nvPicPr>
          <p:cNvPr id="385746786" name="Picture 6"/>
          <p:cNvPicPr>
            <a:picLocks noChangeAspect="1"/>
          </p:cNvPicPr>
          <p:nvPr/>
        </p:nvPicPr>
        <p:blipFill rotWithShape="1">
          <a:blip r:embed="rId3"/>
          <a:srcRect l="0" t="8705" r="0" b="0"/>
          <a:stretch/>
        </p:blipFill>
        <p:spPr bwMode="auto">
          <a:xfrm flipH="0" flipV="0">
            <a:off x="566927" y="1115925"/>
            <a:ext cx="11197435" cy="5668370"/>
          </a:xfrm>
          <a:prstGeom prst="rect">
            <a:avLst/>
          </a:prstGeom>
        </p:spPr>
      </p:pic>
      <p:sp>
        <p:nvSpPr>
          <p:cNvPr id="95550231" name="Slide Number Placeholder 3"/>
          <p:cNvSpPr>
            <a:spLocks noGrp="1"/>
          </p:cNvSpPr>
          <p:nvPr>
            <p:ph type="sldNum" idx="12"/>
          </p:nvPr>
        </p:nvSpPr>
        <p:spPr bwMode="auto">
          <a:xfrm>
            <a:off x="9630761" y="6356349"/>
            <a:ext cx="2133599" cy="365124"/>
          </a:xfrm>
        </p:spPr>
        <p:txBody>
          <a:bodyPr/>
          <a:lstStyle>
            <a:defPPr>
              <a:defRPr>
                <a:latin typeface="Franklin Gothic Book"/>
                <a:ea typeface="Franklin Gothic Book"/>
                <a:cs typeface="Franklin Gothic Book"/>
              </a:defRPr>
            </a:defPPr>
            <a:lvl1pPr>
              <a:defRPr>
                <a:latin typeface="Franklin Gothic Book"/>
                <a:ea typeface="Franklin Gothic Book"/>
                <a:cs typeface="Franklin Gothic Book"/>
              </a:defRPr>
            </a:lvl1pPr>
            <a:lvl2pPr>
              <a:defRPr>
                <a:latin typeface="Franklin Gothic Book"/>
                <a:ea typeface="Franklin Gothic Book"/>
                <a:cs typeface="Franklin Gothic Book"/>
              </a:defRPr>
            </a:lvl2pPr>
            <a:lvl3pPr>
              <a:defRPr>
                <a:latin typeface="Franklin Gothic Book"/>
                <a:ea typeface="Franklin Gothic Book"/>
                <a:cs typeface="Franklin Gothic Book"/>
              </a:defRPr>
            </a:lvl3pPr>
            <a:lvl4pPr>
              <a:defRPr>
                <a:latin typeface="Franklin Gothic Book"/>
                <a:ea typeface="Franklin Gothic Book"/>
                <a:cs typeface="Franklin Gothic Book"/>
              </a:defRPr>
            </a:lvl4pPr>
            <a:lvl5pPr>
              <a:defRPr>
                <a:latin typeface="Franklin Gothic Book"/>
                <a:ea typeface="Franklin Gothic Book"/>
                <a:cs typeface="Franklin Gothic Book"/>
              </a:defRPr>
            </a:lvl5pPr>
            <a:lvl6pPr>
              <a:defRPr>
                <a:latin typeface="Franklin Gothic Book"/>
                <a:ea typeface="Franklin Gothic Book"/>
                <a:cs typeface="Franklin Gothic Book"/>
              </a:defRPr>
            </a:lvl6pPr>
            <a:lvl7pPr>
              <a:defRPr>
                <a:latin typeface="Franklin Gothic Book"/>
                <a:ea typeface="Franklin Gothic Book"/>
                <a:cs typeface="Franklin Gothic Book"/>
              </a:defRPr>
            </a:lvl7pPr>
            <a:lvl8pPr>
              <a:defRPr>
                <a:latin typeface="Franklin Gothic Book"/>
                <a:ea typeface="Franklin Gothic Book"/>
                <a:cs typeface="Franklin Gothic Book"/>
              </a:defRPr>
            </a:lvl8pPr>
            <a:lvl9pPr>
              <a:defRPr>
                <a:latin typeface="Franklin Gothic Book"/>
                <a:ea typeface="Franklin Gothic Book"/>
                <a:cs typeface="Franklin Gothic Book"/>
              </a:defRPr>
            </a:lvl9pPr>
          </a:lstStyle>
          <a:p>
            <a:pPr>
              <a:buNone/>
              <a:defRPr/>
            </a:pPr>
            <a:fld id="{60048795-49AD-EAF9-1F3D-5164F010B8C6}" type="slidenum">
              <a:rPr>
                <a:latin typeface="Franklin Gothic Book"/>
                <a:ea typeface="Franklin Gothic Book"/>
                <a:cs typeface="Franklin Gothic Book"/>
              </a:rPr>
              <a:t>15</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401526903" name=""/>
          <p:cNvSpPr>
            <a:spLocks noGrp="1"/>
          </p:cNvSpPr>
          <p:nvPr/>
        </p:nvSpPr>
        <p:spPr bwMode="auto">
          <a:xfrm>
            <a:off x="566928" y="566928"/>
            <a:ext cx="11058525" cy="552450"/>
          </a:xfrm>
          <a:prstGeom prst="rect">
            <a:avLst/>
          </a:prstGeom>
          <a:noFill/>
          <a:ln w="0">
            <a:noFill/>
          </a:ln>
        </p:spPr>
        <p:txBody>
          <a:bodyPr lIns="0" tIns="0" rIns="0" bIns="0">
            <a:noAutofit/>
          </a:bodyPr>
          <a:lstStyle>
            <a:defPPr>
              <a:defRPr sz="3600" b="1">
                <a:solidFill>
                  <a:srgbClr val="04579B"/>
                </a:solidFill>
                <a:latin typeface="Franklin Gothic Medium"/>
                <a:ea typeface="Franklin Gothic Medium"/>
                <a:cs typeface="Franklin Gothic Medium"/>
              </a:defRPr>
            </a:defPPr>
            <a:lvl1pPr>
              <a:defRPr sz="3600" b="1">
                <a:solidFill>
                  <a:srgbClr val="04579B"/>
                </a:solidFill>
                <a:latin typeface="Franklin Gothic Medium"/>
                <a:ea typeface="Franklin Gothic Medium"/>
                <a:cs typeface="Franklin Gothic Medium"/>
              </a:defRPr>
            </a:lvl1pPr>
            <a:lvl2pPr>
              <a:defRPr sz="3600" b="1">
                <a:solidFill>
                  <a:srgbClr val="04579B"/>
                </a:solidFill>
                <a:latin typeface="Franklin Gothic Medium"/>
                <a:ea typeface="Franklin Gothic Medium"/>
                <a:cs typeface="Franklin Gothic Medium"/>
              </a:defRPr>
            </a:lvl2pPr>
            <a:lvl3pPr>
              <a:defRPr sz="3600" b="1">
                <a:solidFill>
                  <a:srgbClr val="04579B"/>
                </a:solidFill>
                <a:latin typeface="Franklin Gothic Medium"/>
                <a:ea typeface="Franklin Gothic Medium"/>
                <a:cs typeface="Franklin Gothic Medium"/>
              </a:defRPr>
            </a:lvl3pPr>
            <a:lvl4pPr>
              <a:defRPr sz="3600" b="1">
                <a:solidFill>
                  <a:srgbClr val="04579B"/>
                </a:solidFill>
                <a:latin typeface="Franklin Gothic Medium"/>
                <a:ea typeface="Franklin Gothic Medium"/>
                <a:cs typeface="Franklin Gothic Medium"/>
              </a:defRPr>
            </a:lvl4pPr>
            <a:lvl5pPr>
              <a:defRPr sz="3600" b="1">
                <a:solidFill>
                  <a:srgbClr val="04579B"/>
                </a:solidFill>
                <a:latin typeface="Franklin Gothic Medium"/>
                <a:ea typeface="Franklin Gothic Medium"/>
                <a:cs typeface="Franklin Gothic Medium"/>
              </a:defRPr>
            </a:lvl5pPr>
            <a:lvl6pPr>
              <a:defRPr sz="3600" b="1">
                <a:solidFill>
                  <a:srgbClr val="04579B"/>
                </a:solidFill>
                <a:latin typeface="Franklin Gothic Medium"/>
                <a:ea typeface="Franklin Gothic Medium"/>
                <a:cs typeface="Franklin Gothic Medium"/>
              </a:defRPr>
            </a:lvl6pPr>
            <a:lvl7pPr>
              <a:defRPr sz="3600" b="1">
                <a:solidFill>
                  <a:srgbClr val="04579B"/>
                </a:solidFill>
                <a:latin typeface="Franklin Gothic Medium"/>
                <a:ea typeface="Franklin Gothic Medium"/>
                <a:cs typeface="Franklin Gothic Medium"/>
              </a:defRPr>
            </a:lvl7pPr>
            <a:lvl8pPr>
              <a:defRPr sz="3600" b="1">
                <a:solidFill>
                  <a:srgbClr val="04579B"/>
                </a:solidFill>
                <a:latin typeface="Franklin Gothic Medium"/>
                <a:ea typeface="Franklin Gothic Medium"/>
                <a:cs typeface="Franklin Gothic Medium"/>
              </a:defRPr>
            </a:lvl8pPr>
            <a:lvl9pPr>
              <a:defRPr sz="3600" b="1">
                <a:solidFill>
                  <a:srgbClr val="04579B"/>
                </a:solidFill>
                <a:latin typeface="Franklin Gothic Medium"/>
                <a:ea typeface="Franklin Gothic Medium"/>
                <a:cs typeface="Franklin Gothic Medium"/>
              </a:defRPr>
            </a:lvl9pPr>
          </a:lstStyle>
          <a:p>
            <a:pPr>
              <a:defRPr sz="3600" b="1">
                <a:solidFill>
                  <a:srgbClr val="04579B"/>
                </a:solidFill>
                <a:latin typeface="Franklin Gothic Medium"/>
                <a:ea typeface="Franklin Gothic Medium"/>
                <a:cs typeface="Franklin Gothic Medium"/>
              </a:defRPr>
            </a:pPr>
            <a:r>
              <a:rPr sz="3600" b="1">
                <a:solidFill>
                  <a:srgbClr val="04579B"/>
                </a:solidFill>
                <a:latin typeface="Franklin Gothic Medium"/>
                <a:ea typeface="Franklin Gothic Medium"/>
                <a:cs typeface="Franklin Gothic Medium"/>
              </a:rPr>
              <a:t>Image-derived measurements</a:t>
            </a:r>
            <a:endParaRPr/>
          </a:p>
        </p:txBody>
      </p:sp>
      <p:pic>
        <p:nvPicPr>
          <p:cNvPr id="2021067660" name=""/>
          <p:cNvPicPr>
            <a:picLocks noChangeAspect="1"/>
          </p:cNvPicPr>
          <p:nvPr/>
        </p:nvPicPr>
        <p:blipFill rotWithShape="1">
          <a:blip r:embed="rId3"/>
          <a:stretch/>
        </p:blipFill>
        <p:spPr bwMode="auto">
          <a:xfrm>
            <a:off x="381000" y="1619250"/>
            <a:ext cx="11430000" cy="3810000"/>
          </a:xfrm>
          <a:prstGeom prst="rect">
            <a:avLst/>
          </a:prstGeom>
        </p:spPr>
      </p:pic>
      <p:sp>
        <p:nvSpPr>
          <p:cNvPr id="833947254" name="Slide Number Placeholder 3"/>
          <p:cNvSpPr>
            <a:spLocks noGrp="1"/>
          </p:cNvSpPr>
          <p:nvPr>
            <p:ph type="sldNum" sz="quarter" idx="12"/>
          </p:nvPr>
        </p:nvSpPr>
        <p:spPr bwMode="auto">
          <a:xfrm>
            <a:off x="9503766" y="6356349"/>
            <a:ext cx="2133598" cy="365123"/>
          </a:xfrm>
        </p:spPr>
        <p:txBody>
          <a:bodyPr/>
          <a:lstStyle/>
          <a:p>
            <a:pPr>
              <a:defRPr/>
            </a:pPr>
            <a:fld id="{7F5E5298-E99F-F00F-0FBA-FE3385F6A306}" type="slidenum">
              <a:rPr lang="en-US"/>
              <a:t>16</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25442949" name="TextBox 2"/>
          <p:cNvSpPr txBox="1"/>
          <p:nvPr/>
        </p:nvSpPr>
        <p:spPr bwMode="auto">
          <a:xfrm>
            <a:off x="566928" y="566928"/>
            <a:ext cx="11070797" cy="548998"/>
          </a:xfrm>
          <a:prstGeom prst="rect">
            <a:avLst/>
          </a:prstGeom>
          <a:noFill/>
        </p:spPr>
        <p:txBody>
          <a:bodyPr wrap="square" lIns="0" tIns="0" rIns="0" bIns="0" anchor="t">
            <a:spAutoFit/>
          </a:bodyPr>
          <a:lstStyle/>
          <a:p>
            <a:pPr algn="l">
              <a:lnSpc>
                <a:spcPct val="100000"/>
              </a:lnSpc>
              <a:spcBef>
                <a:spcPts val="0"/>
              </a:spcBef>
              <a:spcAft>
                <a:spcPts val="0"/>
              </a:spcAft>
              <a:defRPr/>
            </a:pPr>
            <a:r>
              <a:rPr sz="3600" b="1">
                <a:solidFill>
                  <a:srgbClr val="04579B"/>
                </a:solidFill>
                <a:latin typeface="Franklin Gothic Medium"/>
                <a:ea typeface="Franklin Gothic Medium"/>
                <a:cs typeface="Franklin Gothic Medium"/>
              </a:rPr>
              <a:t>Observations</a:t>
            </a:r>
            <a:endParaRPr sz="2200">
              <a:latin typeface="Franklin Gothic Medium"/>
              <a:cs typeface="Franklin Gothic Medium"/>
            </a:endParaRPr>
          </a:p>
        </p:txBody>
      </p:sp>
      <p:pic>
        <p:nvPicPr>
          <p:cNvPr id="703649363" name="Picture 6" descr="image_derived_trends.png"/>
          <p:cNvPicPr>
            <a:picLocks noChangeAspect="1"/>
          </p:cNvPicPr>
          <p:nvPr/>
        </p:nvPicPr>
        <p:blipFill rotWithShape="1">
          <a:blip r:embed="rId3"/>
          <a:stretch/>
        </p:blipFill>
        <p:spPr bwMode="auto">
          <a:xfrm>
            <a:off x="5391235" y="1497915"/>
            <a:ext cx="6492240" cy="4603587"/>
          </a:xfrm>
          <a:prstGeom prst="rect">
            <a:avLst/>
          </a:prstGeom>
          <a:effectLst/>
        </p:spPr>
      </p:pic>
      <p:sp>
        <p:nvSpPr>
          <p:cNvPr id="2041149016" name="Slide Number Placeholder 3"/>
          <p:cNvSpPr>
            <a:spLocks noGrp="1"/>
          </p:cNvSpPr>
          <p:nvPr>
            <p:ph type="sldNum" sz="quarter" idx="12"/>
          </p:nvPr>
        </p:nvSpPr>
        <p:spPr bwMode="auto">
          <a:xfrm>
            <a:off x="9503766" y="6356349"/>
            <a:ext cx="2133598" cy="365123"/>
          </a:xfrm>
        </p:spPr>
        <p:txBody>
          <a:bodyPr/>
          <a:lstStyle/>
          <a:p>
            <a:pPr>
              <a:defRPr/>
            </a:pPr>
            <a:fld id="{E2DCE2E1-00C5-639F-0054-D061676DD778}" type="slidenum">
              <a:rPr lang="en-US"/>
              <a:t>16</a:t>
            </a:fld>
            <a:endParaRPr/>
          </a:p>
        </p:txBody>
      </p:sp>
      <p:pic>
        <p:nvPicPr>
          <p:cNvPr id="1170780119" name=""/>
          <p:cNvPicPr>
            <a:picLocks noChangeAspect="1"/>
          </p:cNvPicPr>
          <p:nvPr/>
        </p:nvPicPr>
        <p:blipFill rotWithShape="1">
          <a:blip r:embed="rId4"/>
          <a:stretch/>
        </p:blipFill>
        <p:spPr bwMode="auto">
          <a:xfrm flipH="0" flipV="0">
            <a:off x="148300" y="1144548"/>
            <a:ext cx="5242934" cy="495695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fade thruBlk="0"/>
      </p:transition>
    </mc:Choice>
    <mc:Fallback>
      <p:transition spd="med" advClick="1">
        <p:fade thruBlk="0"/>
      </p:transition>
    </mc:Fallback>
  </mc:AlternateContent>
  <p:timing>
    <p:tnLst>
      <p:par>
        <p:cTn id="1" dur="indefinite" restart="never" nodeType="tmRoot">
          <p:childTnLst>
            <p:seq concurrent="1" nextAc="seek">
              <p:cTn id="2" dur="indefinite" nodeType="mainSeq">
                <p:childTnLst>
                  <p:par>
                    <p:cTn id="9" fill="hold">
                      <p:stCondLst>
                        <p:cond delay="indefinite"/>
                        <p:cond evt="begin" delay="0">
                          <p:tn val="2"/>
                        </p:cond>
                      </p:stCondLst>
                      <p:childTnLst>
                        <p:par>
                          <p:cTn id="10" fill="hold">
                            <p:stCondLst>
                              <p:cond delay="0"/>
                            </p:stCondLst>
                            <p:childTnLst>
                              <p:par>
                                <p:cTn id="11" presetID="1" presetClass="exit" presetSubtype="0" fill="hold" grpId="0" nodeType="withEffect">
                                  <p:stCondLst>
                                    <p:cond delay="0"/>
                                  </p:stCondLst>
                                  <p:childTnLst>
                                    <p:set>
                                      <p:cBhvr>
                                        <p:cTn id="12" dur="1" fill="hold">
                                          <p:stCondLst>
                                            <p:cond delay="0"/>
                                          </p:stCondLst>
                                        </p:cTn>
                                        <p:tgtEl>
                                          <p:spTgt spid="703649363"/>
                                        </p:tgtEl>
                                        <p:attrNameLst>
                                          <p:attrName>style.visibility</p:attrName>
                                        </p:attrNameLst>
                                      </p:cBhvr>
                                      <p:to>
                                        <p:strVal val="hidden"/>
                                      </p:to>
                                    </p:set>
                                  </p:childTnLst>
                                </p:cTn>
                              </p:par>
                            </p:childTnLst>
                          </p:cTn>
                        </p:par>
                      </p:childTnLst>
                    </p:cTn>
                  </p:par>
                  <p:par>
                    <p:cTn id="3" fill="hold">
                      <p:stCondLst>
                        <p:cond delay="indefinite"/>
                      </p:stCondLst>
                      <p:childTnLst>
                        <p:par>
                          <p:cTn id="4" fill="hold">
                            <p:stCondLst>
                              <p:cond delay="0"/>
                            </p:stCondLst>
                            <p:childTnLst>
                              <p:par>
                                <p:cTn id="7" presetID="1" presetClass="exit" presetSubtype="0" fill="hold" grpId="0" nodeType="clickEffect">
                                  <p:stCondLst>
                                    <p:cond delay="0"/>
                                  </p:stCondLst>
                                  <p:childTnLst>
                                    <p:set>
                                      <p:cBhvr>
                                        <p:cTn id="8" dur="1" fill="hold">
                                          <p:stCondLst>
                                            <p:cond delay="0"/>
                                          </p:stCondLst>
                                        </p:cTn>
                                        <p:tgtEl>
                                          <p:spTgt spid="1170780119"/>
                                        </p:tgtEl>
                                        <p:attrNameLst>
                                          <p:attrName>style.visibility</p:attrName>
                                        </p:attrNameLst>
                                      </p:cBhvr>
                                      <p:to>
                                        <p:strVal val="hidden"/>
                                      </p:to>
                                    </p:set>
                                  </p:childTnLst>
                                </p:cTn>
                              </p:par>
                              <p:par>
                                <p:cTn id="5" presetID="1" presetClass="entr" presetSubtype="0" fill="hold" grpId="0" nodeType="withEffect">
                                  <p:stCondLst>
                                    <p:cond delay="0"/>
                                  </p:stCondLst>
                                  <p:childTnLst>
                                    <p:set>
                                      <p:cBhvr>
                                        <p:cTn id="6" dur="1" fill="hold">
                                          <p:stCondLst>
                                            <p:cond delay="0"/>
                                          </p:stCondLst>
                                        </p:cTn>
                                        <p:tgtEl>
                                          <p:spTgt spid="7036493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348465982" name=""/>
          <p:cNvSpPr>
            <a:spLocks noGrp="1"/>
          </p:cNvSpPr>
          <p:nvPr/>
        </p:nvSpPr>
        <p:spPr bwMode="auto">
          <a:xfrm>
            <a:off x="566928" y="566928"/>
            <a:ext cx="11058525" cy="552450"/>
          </a:xfrm>
          <a:prstGeom prst="rect">
            <a:avLst/>
          </a:prstGeom>
          <a:noFill/>
          <a:ln w="0">
            <a:noFill/>
          </a:ln>
        </p:spPr>
        <p:txBody>
          <a:bodyPr lIns="0" tIns="0" rIns="0" bIns="0">
            <a:noAutofit/>
          </a:bodyPr>
          <a:lstStyle>
            <a:defPPr>
              <a:defRPr sz="3600" b="1">
                <a:solidFill>
                  <a:srgbClr val="04579B"/>
                </a:solidFill>
                <a:latin typeface="Franklin Gothic Medium"/>
                <a:ea typeface="Franklin Gothic Medium"/>
                <a:cs typeface="Franklin Gothic Medium"/>
              </a:defRPr>
            </a:defPPr>
            <a:lvl1pPr>
              <a:defRPr sz="3600" b="1">
                <a:solidFill>
                  <a:srgbClr val="04579B"/>
                </a:solidFill>
                <a:latin typeface="Franklin Gothic Medium"/>
                <a:ea typeface="Franklin Gothic Medium"/>
                <a:cs typeface="Franklin Gothic Medium"/>
              </a:defRPr>
            </a:lvl1pPr>
            <a:lvl2pPr>
              <a:defRPr sz="3600" b="1">
                <a:solidFill>
                  <a:srgbClr val="04579B"/>
                </a:solidFill>
                <a:latin typeface="Franklin Gothic Medium"/>
                <a:ea typeface="Franklin Gothic Medium"/>
                <a:cs typeface="Franklin Gothic Medium"/>
              </a:defRPr>
            </a:lvl2pPr>
            <a:lvl3pPr>
              <a:defRPr sz="3600" b="1">
                <a:solidFill>
                  <a:srgbClr val="04579B"/>
                </a:solidFill>
                <a:latin typeface="Franklin Gothic Medium"/>
                <a:ea typeface="Franklin Gothic Medium"/>
                <a:cs typeface="Franklin Gothic Medium"/>
              </a:defRPr>
            </a:lvl3pPr>
            <a:lvl4pPr>
              <a:defRPr sz="3600" b="1">
                <a:solidFill>
                  <a:srgbClr val="04579B"/>
                </a:solidFill>
                <a:latin typeface="Franklin Gothic Medium"/>
                <a:ea typeface="Franklin Gothic Medium"/>
                <a:cs typeface="Franklin Gothic Medium"/>
              </a:defRPr>
            </a:lvl4pPr>
            <a:lvl5pPr>
              <a:defRPr sz="3600" b="1">
                <a:solidFill>
                  <a:srgbClr val="04579B"/>
                </a:solidFill>
                <a:latin typeface="Franklin Gothic Medium"/>
                <a:ea typeface="Franklin Gothic Medium"/>
                <a:cs typeface="Franklin Gothic Medium"/>
              </a:defRPr>
            </a:lvl5pPr>
            <a:lvl6pPr>
              <a:defRPr sz="3600" b="1">
                <a:solidFill>
                  <a:srgbClr val="04579B"/>
                </a:solidFill>
                <a:latin typeface="Franklin Gothic Medium"/>
                <a:ea typeface="Franklin Gothic Medium"/>
                <a:cs typeface="Franklin Gothic Medium"/>
              </a:defRPr>
            </a:lvl6pPr>
            <a:lvl7pPr>
              <a:defRPr sz="3600" b="1">
                <a:solidFill>
                  <a:srgbClr val="04579B"/>
                </a:solidFill>
                <a:latin typeface="Franklin Gothic Medium"/>
                <a:ea typeface="Franklin Gothic Medium"/>
                <a:cs typeface="Franklin Gothic Medium"/>
              </a:defRPr>
            </a:lvl7pPr>
            <a:lvl8pPr>
              <a:defRPr sz="3600" b="1">
                <a:solidFill>
                  <a:srgbClr val="04579B"/>
                </a:solidFill>
                <a:latin typeface="Franklin Gothic Medium"/>
                <a:ea typeface="Franklin Gothic Medium"/>
                <a:cs typeface="Franklin Gothic Medium"/>
              </a:defRPr>
            </a:lvl8pPr>
            <a:lvl9pPr>
              <a:defRPr sz="3600" b="1">
                <a:solidFill>
                  <a:srgbClr val="04579B"/>
                </a:solidFill>
                <a:latin typeface="Franklin Gothic Medium"/>
                <a:ea typeface="Franklin Gothic Medium"/>
                <a:cs typeface="Franklin Gothic Medium"/>
              </a:defRPr>
            </a:lvl9pPr>
          </a:lstStyle>
          <a:p>
            <a:pPr>
              <a:defRPr sz="3600" b="1">
                <a:solidFill>
                  <a:srgbClr val="04579B"/>
                </a:solidFill>
                <a:latin typeface="Franklin Gothic Medium"/>
                <a:ea typeface="Franklin Gothic Medium"/>
                <a:cs typeface="Franklin Gothic Medium"/>
              </a:defRPr>
            </a:pPr>
            <a:r>
              <a:rPr sz="3600" b="1">
                <a:solidFill>
                  <a:srgbClr val="04579B"/>
                </a:solidFill>
                <a:latin typeface="Franklin Gothic Medium"/>
                <a:ea typeface="Franklin Gothic Medium"/>
                <a:cs typeface="Franklin Gothic Medium"/>
              </a:rPr>
              <a:t>Forecast diagnostics</a:t>
            </a:r>
            <a:endParaRPr/>
          </a:p>
        </p:txBody>
      </p:sp>
      <p:pic>
        <p:nvPicPr>
          <p:cNvPr id="422986780" name=""/>
          <p:cNvPicPr>
            <a:picLocks noChangeAspect="1"/>
          </p:cNvPicPr>
          <p:nvPr/>
        </p:nvPicPr>
        <p:blipFill rotWithShape="1">
          <a:blip r:embed="rId3"/>
          <a:stretch/>
        </p:blipFill>
        <p:spPr bwMode="auto">
          <a:xfrm>
            <a:off x="3429000" y="1381125"/>
            <a:ext cx="5334000" cy="4667250"/>
          </a:xfrm>
          <a:prstGeom prst="rect">
            <a:avLst/>
          </a:prstGeom>
        </p:spPr>
      </p:pic>
      <p:sp>
        <p:nvSpPr>
          <p:cNvPr id="638333050" name="Slide Number Placeholder 3"/>
          <p:cNvSpPr>
            <a:spLocks noGrp="1"/>
          </p:cNvSpPr>
          <p:nvPr>
            <p:ph type="sldNum" sz="quarter" idx="12"/>
          </p:nvPr>
        </p:nvSpPr>
        <p:spPr bwMode="auto">
          <a:xfrm>
            <a:off x="9571074" y="6356349"/>
            <a:ext cx="2133598" cy="365123"/>
          </a:xfrm>
        </p:spPr>
        <p:txBody>
          <a:bodyPr/>
          <a:lstStyle/>
          <a:p>
            <a:pPr>
              <a:defRPr/>
            </a:pPr>
            <a:fld id="{F3BE58F5-1728-5C5D-7AF1-0DB888BF2A6E}" type="slidenum">
              <a:rPr lang="en-US"/>
              <a:t>17</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17995155" name="TextBox 2"/>
          <p:cNvSpPr>
            <a:spLocks noGrp="1"/>
          </p:cNvSpPr>
          <p:nvPr/>
        </p:nvSpPr>
        <p:spPr bwMode="auto">
          <a:xfrm>
            <a:off x="566928" y="566928"/>
            <a:ext cx="11064318" cy="396240"/>
          </a:xfrm>
          <a:prstGeom prst="rect">
            <a:avLst/>
          </a:prstGeom>
          <a:noFill/>
        </p:spPr>
        <p:txBody>
          <a:bodyPr wrap="square" lIns="0" tIns="0" rIns="0" bIns="0" anchor="t">
            <a:spAutoFit/>
          </a:bodyPr>
          <a:lstStyle/>
          <a:p>
            <a:pPr algn="l">
              <a:lnSpc>
                <a:spcPct val="100000"/>
              </a:lnSpc>
              <a:spcBef>
                <a:spcPts val="0"/>
              </a:spcBef>
              <a:spcAft>
                <a:spcPts val="0"/>
              </a:spcAft>
              <a:buNone/>
              <a:defRPr/>
            </a:pPr>
            <a:r>
              <a:rPr sz="2600" b="1">
                <a:solidFill>
                  <a:srgbClr val="04579B"/>
                </a:solidFill>
                <a:latin typeface="Arial"/>
                <a:ea typeface="Arial"/>
                <a:cs typeface="Arial"/>
              </a:rPr>
              <a:t>Image processing</a:t>
            </a:r>
            <a:endParaRPr/>
          </a:p>
        </p:txBody>
      </p:sp>
      <p:pic>
        <p:nvPicPr>
          <p:cNvPr id="354730019" name="Picture 6"/>
          <p:cNvPicPr>
            <a:picLocks noChangeAspect="1"/>
          </p:cNvPicPr>
          <p:nvPr/>
        </p:nvPicPr>
        <p:blipFill rotWithShape="1">
          <a:blip r:embed="rId3"/>
          <a:stretch/>
        </p:blipFill>
        <p:spPr bwMode="auto">
          <a:xfrm>
            <a:off x="1342644" y="1527048"/>
            <a:ext cx="3706367" cy="2084831"/>
          </a:xfrm>
          <a:prstGeom prst="rect">
            <a:avLst/>
          </a:prstGeom>
          <a:ln w="9525">
            <a:solidFill>
              <a:srgbClr val="9EB7DE"/>
            </a:solidFill>
          </a:ln>
        </p:spPr>
      </p:pic>
      <p:sp>
        <p:nvSpPr>
          <p:cNvPr id="1179638332" name="TextBox 7"/>
          <p:cNvSpPr>
            <a:spLocks noGrp="1"/>
          </p:cNvSpPr>
          <p:nvPr/>
        </p:nvSpPr>
        <p:spPr bwMode="auto">
          <a:xfrm>
            <a:off x="566928" y="3666744"/>
            <a:ext cx="5257800" cy="274320"/>
          </a:xfrm>
          <a:prstGeom prst="rect">
            <a:avLst/>
          </a:prstGeom>
          <a:noFill/>
        </p:spPr>
        <p:txBody>
          <a:bodyPr wrap="square" lIns="0" tIns="0" rIns="0" bIns="0" anchor="t">
            <a:spAutoFit/>
          </a:bodyPr>
          <a:lstStyle/>
          <a:p>
            <a:pPr algn="ctr">
              <a:lnSpc>
                <a:spcPct val="112000"/>
              </a:lnSpc>
              <a:spcBef>
                <a:spcPts val="0"/>
              </a:spcBef>
              <a:spcAft>
                <a:spcPts val="0"/>
              </a:spcAft>
              <a:buNone/>
              <a:defRPr/>
            </a:pPr>
            <a:r>
              <a:rPr sz="1050" b="1">
                <a:solidFill>
                  <a:srgbClr val="4A6F94"/>
                </a:solidFill>
                <a:latin typeface="Arial"/>
                <a:ea typeface="Arial"/>
                <a:cs typeface="Arial"/>
              </a:rPr>
              <a:t>Top view - raw snapshot</a:t>
            </a:r>
            <a:endParaRPr/>
          </a:p>
        </p:txBody>
      </p:sp>
      <p:pic>
        <p:nvPicPr>
          <p:cNvPr id="374716416" name="Picture 8"/>
          <p:cNvPicPr>
            <a:picLocks noChangeAspect="1"/>
          </p:cNvPicPr>
          <p:nvPr/>
        </p:nvPicPr>
        <p:blipFill rotWithShape="1">
          <a:blip r:embed="rId4"/>
          <a:stretch/>
        </p:blipFill>
        <p:spPr bwMode="auto">
          <a:xfrm>
            <a:off x="7149084" y="1527048"/>
            <a:ext cx="3706367" cy="2084831"/>
          </a:xfrm>
          <a:prstGeom prst="rect">
            <a:avLst/>
          </a:prstGeom>
          <a:ln w="9525">
            <a:solidFill>
              <a:srgbClr val="9EB7DE"/>
            </a:solidFill>
          </a:ln>
        </p:spPr>
      </p:pic>
      <p:sp>
        <p:nvSpPr>
          <p:cNvPr id="2138558186" name="TextBox 9"/>
          <p:cNvSpPr>
            <a:spLocks noGrp="1"/>
          </p:cNvSpPr>
          <p:nvPr/>
        </p:nvSpPr>
        <p:spPr bwMode="auto">
          <a:xfrm>
            <a:off x="6373368" y="3666744"/>
            <a:ext cx="5257800" cy="274320"/>
          </a:xfrm>
          <a:prstGeom prst="rect">
            <a:avLst/>
          </a:prstGeom>
          <a:noFill/>
        </p:spPr>
        <p:txBody>
          <a:bodyPr wrap="square" lIns="0" tIns="0" rIns="0" bIns="0" anchor="t">
            <a:spAutoFit/>
          </a:bodyPr>
          <a:lstStyle/>
          <a:p>
            <a:pPr algn="ctr">
              <a:lnSpc>
                <a:spcPct val="112000"/>
              </a:lnSpc>
              <a:spcBef>
                <a:spcPts val="0"/>
              </a:spcBef>
              <a:spcAft>
                <a:spcPts val="0"/>
              </a:spcAft>
              <a:buNone/>
              <a:defRPr/>
            </a:pPr>
            <a:r>
              <a:rPr sz="1050" b="1">
                <a:solidFill>
                  <a:srgbClr val="4A6F94"/>
                </a:solidFill>
                <a:latin typeface="Arial"/>
                <a:ea typeface="Arial"/>
                <a:cs typeface="Arial"/>
              </a:rPr>
              <a:t>ExG segmentation → G(t) green ratio</a:t>
            </a:r>
            <a:endParaRPr/>
          </a:p>
        </p:txBody>
      </p:sp>
      <p:pic>
        <p:nvPicPr>
          <p:cNvPr id="1215055366" name="Picture 10"/>
          <p:cNvPicPr>
            <a:picLocks noChangeAspect="1"/>
          </p:cNvPicPr>
          <p:nvPr/>
        </p:nvPicPr>
        <p:blipFill rotWithShape="1">
          <a:blip r:embed="rId5"/>
          <a:stretch/>
        </p:blipFill>
        <p:spPr bwMode="auto">
          <a:xfrm>
            <a:off x="1342644" y="4114800"/>
            <a:ext cx="3706367" cy="2084831"/>
          </a:xfrm>
          <a:prstGeom prst="rect">
            <a:avLst/>
          </a:prstGeom>
          <a:ln w="9525">
            <a:solidFill>
              <a:srgbClr val="9EB7DE"/>
            </a:solidFill>
          </a:ln>
        </p:spPr>
      </p:pic>
      <p:sp>
        <p:nvSpPr>
          <p:cNvPr id="989948127" name="TextBox 11"/>
          <p:cNvSpPr>
            <a:spLocks noGrp="1"/>
          </p:cNvSpPr>
          <p:nvPr/>
        </p:nvSpPr>
        <p:spPr bwMode="auto">
          <a:xfrm>
            <a:off x="566928" y="6254495"/>
            <a:ext cx="5257800" cy="274320"/>
          </a:xfrm>
          <a:prstGeom prst="rect">
            <a:avLst/>
          </a:prstGeom>
          <a:noFill/>
        </p:spPr>
        <p:txBody>
          <a:bodyPr wrap="square" lIns="0" tIns="0" rIns="0" bIns="0" anchor="t">
            <a:spAutoFit/>
          </a:bodyPr>
          <a:lstStyle/>
          <a:p>
            <a:pPr algn="ctr">
              <a:lnSpc>
                <a:spcPct val="112000"/>
              </a:lnSpc>
              <a:spcBef>
                <a:spcPts val="0"/>
              </a:spcBef>
              <a:spcAft>
                <a:spcPts val="0"/>
              </a:spcAft>
              <a:buNone/>
              <a:defRPr/>
            </a:pPr>
            <a:r>
              <a:rPr sz="1050" b="1">
                <a:solidFill>
                  <a:srgbClr val="4A6F94"/>
                </a:solidFill>
                <a:latin typeface="Arial"/>
                <a:ea typeface="Arial"/>
                <a:cs typeface="Arial"/>
              </a:rPr>
              <a:t>YOLO leaf detection → N(t) leaf count</a:t>
            </a:r>
            <a:endParaRPr/>
          </a:p>
        </p:txBody>
      </p:sp>
      <p:pic>
        <p:nvPicPr>
          <p:cNvPr id="2140142601" name="Picture 12"/>
          <p:cNvPicPr>
            <a:picLocks noChangeAspect="1"/>
          </p:cNvPicPr>
          <p:nvPr/>
        </p:nvPicPr>
        <p:blipFill rotWithShape="1">
          <a:blip r:embed="rId6"/>
          <a:stretch/>
        </p:blipFill>
        <p:spPr bwMode="auto">
          <a:xfrm>
            <a:off x="7612379" y="4114800"/>
            <a:ext cx="2779776" cy="2084831"/>
          </a:xfrm>
          <a:prstGeom prst="rect">
            <a:avLst/>
          </a:prstGeom>
          <a:ln w="9525">
            <a:solidFill>
              <a:srgbClr val="9EB7DE"/>
            </a:solidFill>
          </a:ln>
        </p:spPr>
      </p:pic>
      <p:sp>
        <p:nvSpPr>
          <p:cNvPr id="2041752463" name="TextBox 13"/>
          <p:cNvSpPr>
            <a:spLocks noGrp="1"/>
          </p:cNvSpPr>
          <p:nvPr/>
        </p:nvSpPr>
        <p:spPr bwMode="auto">
          <a:xfrm>
            <a:off x="6373368" y="6254495"/>
            <a:ext cx="5257800" cy="274320"/>
          </a:xfrm>
          <a:prstGeom prst="rect">
            <a:avLst/>
          </a:prstGeom>
          <a:noFill/>
        </p:spPr>
        <p:txBody>
          <a:bodyPr wrap="square" lIns="0" tIns="0" rIns="0" bIns="0" anchor="t">
            <a:spAutoFit/>
          </a:bodyPr>
          <a:lstStyle/>
          <a:p>
            <a:pPr algn="ctr">
              <a:lnSpc>
                <a:spcPct val="112000"/>
              </a:lnSpc>
              <a:spcBef>
                <a:spcPts val="0"/>
              </a:spcBef>
              <a:spcAft>
                <a:spcPts val="0"/>
              </a:spcAft>
              <a:buNone/>
              <a:defRPr/>
            </a:pPr>
            <a:r>
              <a:rPr sz="1050" b="1">
                <a:solidFill>
                  <a:srgbClr val="4A6F94"/>
                </a:solidFill>
                <a:latin typeface="Arial"/>
                <a:ea typeface="Arial"/>
                <a:cs typeface="Arial"/>
              </a:rPr>
              <a:t>Side view + AprilTag scale → P(t) height</a:t>
            </a:r>
            <a:endParaRPr/>
          </a:p>
        </p:txBody>
      </p:sp>
      <p:sp>
        <p:nvSpPr>
          <p:cNvPr id="1440057070" name="Slide Number Placeholder 3"/>
          <p:cNvSpPr>
            <a:spLocks noGrp="1"/>
          </p:cNvSpPr>
          <p:nvPr>
            <p:ph type="sldNum" idx="12"/>
          </p:nvPr>
        </p:nvSpPr>
        <p:spPr bwMode="auto">
          <a:xfrm>
            <a:off x="9497645" y="6451599"/>
            <a:ext cx="2133599" cy="365124"/>
          </a:xfrm>
        </p:spPr>
        <p:txBody>
          <a:bodyPr/>
          <a:lstStyle>
            <a:defPPr>
              <a:defRPr>
                <a:latin typeface="Franklin Gothic Book"/>
                <a:ea typeface="Franklin Gothic Book"/>
                <a:cs typeface="Franklin Gothic Book"/>
              </a:defRPr>
            </a:defPPr>
            <a:lvl1pPr>
              <a:defRPr>
                <a:latin typeface="Franklin Gothic Book"/>
                <a:ea typeface="Franklin Gothic Book"/>
                <a:cs typeface="Franklin Gothic Book"/>
              </a:defRPr>
            </a:lvl1pPr>
            <a:lvl2pPr>
              <a:defRPr>
                <a:latin typeface="Franklin Gothic Book"/>
                <a:ea typeface="Franklin Gothic Book"/>
                <a:cs typeface="Franklin Gothic Book"/>
              </a:defRPr>
            </a:lvl2pPr>
            <a:lvl3pPr>
              <a:defRPr>
                <a:latin typeface="Franklin Gothic Book"/>
                <a:ea typeface="Franklin Gothic Book"/>
                <a:cs typeface="Franklin Gothic Book"/>
              </a:defRPr>
            </a:lvl3pPr>
            <a:lvl4pPr>
              <a:defRPr>
                <a:latin typeface="Franklin Gothic Book"/>
                <a:ea typeface="Franklin Gothic Book"/>
                <a:cs typeface="Franklin Gothic Book"/>
              </a:defRPr>
            </a:lvl4pPr>
            <a:lvl5pPr>
              <a:defRPr>
                <a:latin typeface="Franklin Gothic Book"/>
                <a:ea typeface="Franklin Gothic Book"/>
                <a:cs typeface="Franklin Gothic Book"/>
              </a:defRPr>
            </a:lvl5pPr>
            <a:lvl6pPr>
              <a:defRPr>
                <a:latin typeface="Franklin Gothic Book"/>
                <a:ea typeface="Franklin Gothic Book"/>
                <a:cs typeface="Franklin Gothic Book"/>
              </a:defRPr>
            </a:lvl6pPr>
            <a:lvl7pPr>
              <a:defRPr>
                <a:latin typeface="Franklin Gothic Book"/>
                <a:ea typeface="Franklin Gothic Book"/>
                <a:cs typeface="Franklin Gothic Book"/>
              </a:defRPr>
            </a:lvl7pPr>
            <a:lvl8pPr>
              <a:defRPr>
                <a:latin typeface="Franklin Gothic Book"/>
                <a:ea typeface="Franklin Gothic Book"/>
                <a:cs typeface="Franklin Gothic Book"/>
              </a:defRPr>
            </a:lvl8pPr>
            <a:lvl9pPr>
              <a:defRPr>
                <a:latin typeface="Franklin Gothic Book"/>
                <a:ea typeface="Franklin Gothic Book"/>
                <a:cs typeface="Franklin Gothic Book"/>
              </a:defRPr>
            </a:lvl9pPr>
          </a:lstStyle>
          <a:p>
            <a:pPr>
              <a:buNone/>
              <a:defRPr/>
            </a:pPr>
            <a:fld id="{EE5B3003-2C54-13C6-9832-7637201064DE}" type="slidenum">
              <a:rPr>
                <a:latin typeface="Franklin Gothic Book"/>
                <a:ea typeface="Franklin Gothic Book"/>
                <a:cs typeface="Franklin Gothic Book"/>
              </a:rPr>
              <a:t>18</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9265824" name="TextBox 2"/>
          <p:cNvSpPr>
            <a:spLocks noGrp="1"/>
          </p:cNvSpPr>
          <p:nvPr/>
        </p:nvSpPr>
        <p:spPr bwMode="auto">
          <a:xfrm>
            <a:off x="566928" y="566928"/>
            <a:ext cx="11062876" cy="548998"/>
          </a:xfrm>
          <a:prstGeom prst="rect">
            <a:avLst/>
          </a:prstGeom>
          <a:noFill/>
        </p:spPr>
        <p:txBody>
          <a:bodyPr wrap="square" lIns="0" tIns="0" rIns="0" bIns="0" anchor="t">
            <a:spAutoFit/>
          </a:bodyPr>
          <a:lstStyle/>
          <a:p>
            <a:pPr algn="l">
              <a:lnSpc>
                <a:spcPct val="100000"/>
              </a:lnSpc>
              <a:spcBef>
                <a:spcPts val="0"/>
              </a:spcBef>
              <a:spcAft>
                <a:spcPts val="0"/>
              </a:spcAft>
              <a:buNone/>
              <a:defRPr/>
            </a:pPr>
            <a:r>
              <a:rPr sz="3600" b="1">
                <a:solidFill>
                  <a:srgbClr val="04579B"/>
                </a:solidFill>
                <a:latin typeface="Franklin Gothic Medium"/>
                <a:ea typeface="Franklin Gothic Medium"/>
                <a:cs typeface="Franklin Gothic Medium"/>
              </a:rPr>
              <a:t>Future Work</a:t>
            </a:r>
            <a:endParaRPr sz="2200">
              <a:latin typeface="Franklin Gothic Medium"/>
              <a:ea typeface="Franklin Gothic Medium"/>
              <a:cs typeface="Franklin Gothic Medium"/>
            </a:endParaRPr>
          </a:p>
        </p:txBody>
      </p:sp>
      <p:sp>
        <p:nvSpPr>
          <p:cNvPr id="1325570653" name="Slide Number Placeholder 3"/>
          <p:cNvSpPr>
            <a:spLocks noGrp="1"/>
          </p:cNvSpPr>
          <p:nvPr>
            <p:ph type="sldNum" idx="12"/>
          </p:nvPr>
        </p:nvSpPr>
        <p:spPr bwMode="auto">
          <a:xfrm>
            <a:off x="9496205" y="6356349"/>
            <a:ext cx="2133599" cy="365124"/>
          </a:xfrm>
        </p:spPr>
        <p:txBody>
          <a:bodyPr/>
          <a:lstStyle>
            <a:defPPr>
              <a:defRPr>
                <a:latin typeface="Franklin Gothic Book"/>
                <a:ea typeface="Franklin Gothic Book"/>
                <a:cs typeface="Franklin Gothic Book"/>
              </a:defRPr>
            </a:defPPr>
            <a:lvl1pPr>
              <a:defRPr>
                <a:latin typeface="Franklin Gothic Book"/>
                <a:ea typeface="Franklin Gothic Book"/>
                <a:cs typeface="Franklin Gothic Book"/>
              </a:defRPr>
            </a:lvl1pPr>
            <a:lvl2pPr>
              <a:defRPr>
                <a:latin typeface="Franklin Gothic Book"/>
                <a:ea typeface="Franklin Gothic Book"/>
                <a:cs typeface="Franklin Gothic Book"/>
              </a:defRPr>
            </a:lvl2pPr>
            <a:lvl3pPr>
              <a:defRPr>
                <a:latin typeface="Franklin Gothic Book"/>
                <a:ea typeface="Franklin Gothic Book"/>
                <a:cs typeface="Franklin Gothic Book"/>
              </a:defRPr>
            </a:lvl3pPr>
            <a:lvl4pPr>
              <a:defRPr>
                <a:latin typeface="Franklin Gothic Book"/>
                <a:ea typeface="Franklin Gothic Book"/>
                <a:cs typeface="Franklin Gothic Book"/>
              </a:defRPr>
            </a:lvl4pPr>
            <a:lvl5pPr>
              <a:defRPr>
                <a:latin typeface="Franklin Gothic Book"/>
                <a:ea typeface="Franklin Gothic Book"/>
                <a:cs typeface="Franklin Gothic Book"/>
              </a:defRPr>
            </a:lvl5pPr>
            <a:lvl6pPr>
              <a:defRPr>
                <a:latin typeface="Franklin Gothic Book"/>
                <a:ea typeface="Franklin Gothic Book"/>
                <a:cs typeface="Franklin Gothic Book"/>
              </a:defRPr>
            </a:lvl6pPr>
            <a:lvl7pPr>
              <a:defRPr>
                <a:latin typeface="Franklin Gothic Book"/>
                <a:ea typeface="Franklin Gothic Book"/>
                <a:cs typeface="Franklin Gothic Book"/>
              </a:defRPr>
            </a:lvl7pPr>
            <a:lvl8pPr>
              <a:defRPr>
                <a:latin typeface="Franklin Gothic Book"/>
                <a:ea typeface="Franklin Gothic Book"/>
                <a:cs typeface="Franklin Gothic Book"/>
              </a:defRPr>
            </a:lvl8pPr>
            <a:lvl9pPr>
              <a:defRPr>
                <a:latin typeface="Franklin Gothic Book"/>
                <a:ea typeface="Franklin Gothic Book"/>
                <a:cs typeface="Franklin Gothic Book"/>
              </a:defRPr>
            </a:lvl9pPr>
          </a:lstStyle>
          <a:p>
            <a:pPr>
              <a:buNone/>
              <a:defRPr/>
            </a:pPr>
            <a:r>
              <a:rPr>
                <a:latin typeface="Franklin Gothic Book"/>
                <a:ea typeface="Franklin Gothic Book"/>
                <a:cs typeface="Franklin Gothic Book"/>
              </a:rPr>
              <a:t>20</a:t>
            </a:r>
            <a:endParaRPr/>
          </a:p>
        </p:txBody>
      </p:sp>
      <p:sp>
        <p:nvSpPr>
          <p:cNvPr id="210660597" name="Oval 9"/>
          <p:cNvSpPr>
            <a:spLocks noGrp="1"/>
          </p:cNvSpPr>
          <p:nvPr/>
        </p:nvSpPr>
        <p:spPr bwMode="auto">
          <a:xfrm>
            <a:off x="854964" y="1774228"/>
            <a:ext cx="118872" cy="118872"/>
          </a:xfrm>
          <a:prstGeom prst="ellipse">
            <a:avLst/>
          </a:prstGeom>
          <a:solidFill>
            <a:srgbClr val="04579B"/>
          </a:solidFill>
          <a:ln>
            <a:noFill/>
          </a:ln>
        </p:spPr>
        <p:txBody>
          <a:bodyPr anchor="ctr"/>
          <a:lstStyle/>
          <a:p>
            <a:pPr algn="ctr">
              <a:buNone/>
              <a:defRPr/>
            </a:pPr>
            <a:endParaRPr>
              <a:solidFill>
                <a:srgbClr val="A2BF8A"/>
              </a:solidFill>
            </a:endParaRPr>
          </a:p>
        </p:txBody>
      </p:sp>
      <p:sp>
        <p:nvSpPr>
          <p:cNvPr id="1079454940" name="TextBox 10"/>
          <p:cNvSpPr>
            <a:spLocks noGrp="1"/>
          </p:cNvSpPr>
          <p:nvPr/>
        </p:nvSpPr>
        <p:spPr bwMode="auto">
          <a:xfrm>
            <a:off x="1156716" y="1664150"/>
            <a:ext cx="10615396" cy="307598"/>
          </a:xfrm>
          <a:prstGeom prst="rect">
            <a:avLst/>
          </a:prstGeom>
          <a:noFill/>
        </p:spPr>
        <p:txBody>
          <a:bodyPr wrap="square" lIns="0" tIns="0" rIns="0" bIns="0" anchor="t">
            <a:spAutoFit/>
          </a:bodyPr>
          <a:lstStyle/>
          <a:p>
            <a:pPr algn="l">
              <a:lnSpc>
                <a:spcPct val="112000"/>
              </a:lnSpc>
              <a:spcBef>
                <a:spcPts val="0"/>
              </a:spcBef>
              <a:spcAft>
                <a:spcPts val="0"/>
              </a:spcAft>
              <a:buNone/>
              <a:defRPr/>
            </a:pPr>
            <a:r>
              <a:rPr sz="1800" b="0">
                <a:solidFill>
                  <a:schemeClr val="tx1"/>
                </a:solidFill>
                <a:latin typeface="Franklin Gothic Book"/>
                <a:ea typeface="Franklin Gothic Book"/>
                <a:cs typeface="Franklin Gothic Book"/>
              </a:rPr>
              <a:t>What does each actuator do ? </a:t>
            </a:r>
            <a:endParaRPr sz="2400" b="0">
              <a:solidFill>
                <a:schemeClr val="tx1"/>
              </a:solidFill>
              <a:latin typeface="Franklin Gothic Book"/>
              <a:ea typeface="Franklin Gothic Book"/>
              <a:cs typeface="Franklin Gothic Book"/>
            </a:endParaRPr>
          </a:p>
        </p:txBody>
      </p:sp>
      <p:sp>
        <p:nvSpPr>
          <p:cNvPr id="228431785" name="Oval 13"/>
          <p:cNvSpPr>
            <a:spLocks noGrp="1"/>
          </p:cNvSpPr>
          <p:nvPr/>
        </p:nvSpPr>
        <p:spPr bwMode="auto">
          <a:xfrm>
            <a:off x="854964" y="2241334"/>
            <a:ext cx="118872" cy="118872"/>
          </a:xfrm>
          <a:prstGeom prst="ellipse">
            <a:avLst/>
          </a:prstGeom>
          <a:solidFill>
            <a:srgbClr val="04579B"/>
          </a:solidFill>
          <a:ln>
            <a:noFill/>
          </a:ln>
        </p:spPr>
        <p:txBody>
          <a:bodyPr anchor="ctr"/>
          <a:lstStyle/>
          <a:p>
            <a:pPr algn="ctr">
              <a:buNone/>
              <a:defRPr/>
            </a:pPr>
            <a:endParaRPr>
              <a:solidFill>
                <a:srgbClr val="A2BF8A"/>
              </a:solidFill>
            </a:endParaRPr>
          </a:p>
        </p:txBody>
      </p:sp>
      <p:sp>
        <p:nvSpPr>
          <p:cNvPr id="998643330" name="TextBox 14"/>
          <p:cNvSpPr>
            <a:spLocks noGrp="1"/>
          </p:cNvSpPr>
          <p:nvPr/>
        </p:nvSpPr>
        <p:spPr bwMode="auto">
          <a:xfrm>
            <a:off x="1156716" y="2152542"/>
            <a:ext cx="10624036" cy="307598"/>
          </a:xfrm>
          <a:prstGeom prst="rect">
            <a:avLst/>
          </a:prstGeom>
          <a:noFill/>
        </p:spPr>
        <p:txBody>
          <a:bodyPr wrap="square" lIns="0" tIns="0" rIns="0" bIns="0" anchor="t">
            <a:spAutoFit/>
          </a:bodyPr>
          <a:lstStyle/>
          <a:p>
            <a:pPr algn="l">
              <a:lnSpc>
                <a:spcPct val="112000"/>
              </a:lnSpc>
              <a:spcBef>
                <a:spcPts val="0"/>
              </a:spcBef>
              <a:spcAft>
                <a:spcPts val="0"/>
              </a:spcAft>
              <a:buNone/>
              <a:defRPr/>
            </a:pPr>
            <a:r>
              <a:rPr sz="1800" b="0">
                <a:solidFill>
                  <a:schemeClr val="tx1"/>
                </a:solidFill>
                <a:latin typeface="Franklin Gothic Book"/>
                <a:ea typeface="Franklin Gothic Book"/>
                <a:cs typeface="Franklin Gothic Book"/>
              </a:rPr>
              <a:t>Can it keep a plant healthy for a full cycle ? </a:t>
            </a:r>
            <a:endParaRPr sz="2400" b="0">
              <a:solidFill>
                <a:schemeClr val="tx1"/>
              </a:solidFill>
              <a:latin typeface="Franklin Gothic Book"/>
              <a:ea typeface="Franklin Gothic Book"/>
              <a:cs typeface="Franklin Gothic Book"/>
            </a:endParaRPr>
          </a:p>
        </p:txBody>
      </p:sp>
      <p:sp>
        <p:nvSpPr>
          <p:cNvPr id="503881248" name="Oval 15"/>
          <p:cNvSpPr>
            <a:spLocks noGrp="1"/>
          </p:cNvSpPr>
          <p:nvPr/>
        </p:nvSpPr>
        <p:spPr bwMode="auto">
          <a:xfrm>
            <a:off x="854964" y="2779687"/>
            <a:ext cx="118872" cy="118872"/>
          </a:xfrm>
          <a:prstGeom prst="ellipse">
            <a:avLst/>
          </a:prstGeom>
          <a:solidFill>
            <a:srgbClr val="04579B"/>
          </a:solidFill>
          <a:ln>
            <a:noFill/>
          </a:ln>
        </p:spPr>
        <p:txBody>
          <a:bodyPr anchor="ctr"/>
          <a:lstStyle/>
          <a:p>
            <a:pPr algn="ctr">
              <a:buNone/>
              <a:defRPr/>
            </a:pPr>
            <a:endParaRPr>
              <a:solidFill>
                <a:srgbClr val="A2BF8A"/>
              </a:solidFill>
            </a:endParaRPr>
          </a:p>
        </p:txBody>
      </p:sp>
      <p:sp>
        <p:nvSpPr>
          <p:cNvPr id="496952654" name="TextBox 16"/>
          <p:cNvSpPr>
            <a:spLocks noGrp="1"/>
          </p:cNvSpPr>
          <p:nvPr/>
        </p:nvSpPr>
        <p:spPr bwMode="auto">
          <a:xfrm>
            <a:off x="1156716" y="2671845"/>
            <a:ext cx="10620076" cy="307598"/>
          </a:xfrm>
          <a:prstGeom prst="rect">
            <a:avLst/>
          </a:prstGeom>
          <a:noFill/>
        </p:spPr>
        <p:txBody>
          <a:bodyPr wrap="square" lIns="0" tIns="0" rIns="0" bIns="0" anchor="t">
            <a:spAutoFit/>
          </a:bodyPr>
          <a:lstStyle/>
          <a:p>
            <a:pPr algn="l">
              <a:lnSpc>
                <a:spcPct val="112000"/>
              </a:lnSpc>
              <a:spcBef>
                <a:spcPts val="0"/>
              </a:spcBef>
              <a:spcAft>
                <a:spcPts val="0"/>
              </a:spcAft>
              <a:buNone/>
              <a:defRPr/>
            </a:pPr>
            <a:r>
              <a:rPr sz="1800" b="0">
                <a:solidFill>
                  <a:schemeClr val="tx1"/>
                </a:solidFill>
                <a:latin typeface="Franklin Gothic Book"/>
                <a:ea typeface="Franklin Gothic Book"/>
                <a:cs typeface="Franklin Gothic Book"/>
              </a:rPr>
              <a:t>Does it transfer to other environments ? </a:t>
            </a:r>
            <a:endParaRPr sz="2400" b="0">
              <a:solidFill>
                <a:schemeClr val="tx1"/>
              </a:solidFill>
              <a:latin typeface="Franklin Gothic Book"/>
              <a:ea typeface="Franklin Gothic Book"/>
              <a:cs typeface="Franklin Gothic Book"/>
            </a:endParaRPr>
          </a:p>
        </p:txBody>
      </p:sp>
      <p:sp>
        <p:nvSpPr>
          <p:cNvPr id="1151102782" name="Oval 15"/>
          <p:cNvSpPr>
            <a:spLocks noGrp="1"/>
          </p:cNvSpPr>
          <p:nvPr/>
        </p:nvSpPr>
        <p:spPr bwMode="auto">
          <a:xfrm>
            <a:off x="845006" y="3310922"/>
            <a:ext cx="118872" cy="118872"/>
          </a:xfrm>
          <a:prstGeom prst="ellipse">
            <a:avLst/>
          </a:prstGeom>
          <a:solidFill>
            <a:srgbClr val="04579B"/>
          </a:solidFill>
          <a:ln>
            <a:noFill/>
          </a:ln>
        </p:spPr>
        <p:txBody>
          <a:bodyPr anchor="ctr"/>
          <a:lstStyle/>
          <a:p>
            <a:pPr algn="ctr">
              <a:buNone/>
              <a:defRPr/>
            </a:pPr>
            <a:endParaRPr>
              <a:solidFill>
                <a:srgbClr val="A2BF8A"/>
              </a:solidFill>
            </a:endParaRPr>
          </a:p>
        </p:txBody>
      </p:sp>
      <p:sp>
        <p:nvSpPr>
          <p:cNvPr id="307740039" name="TextBox 16"/>
          <p:cNvSpPr>
            <a:spLocks noGrp="1"/>
          </p:cNvSpPr>
          <p:nvPr/>
        </p:nvSpPr>
        <p:spPr bwMode="auto">
          <a:xfrm>
            <a:off x="1146758" y="3203080"/>
            <a:ext cx="10633755" cy="307598"/>
          </a:xfrm>
          <a:prstGeom prst="rect">
            <a:avLst/>
          </a:prstGeom>
          <a:noFill/>
        </p:spPr>
        <p:txBody>
          <a:bodyPr wrap="square" lIns="0" tIns="0" rIns="0" bIns="0" anchor="t">
            <a:spAutoFit/>
          </a:bodyPr>
          <a:lstStyle/>
          <a:p>
            <a:pPr algn="l">
              <a:lnSpc>
                <a:spcPct val="112000"/>
              </a:lnSpc>
              <a:spcBef>
                <a:spcPts val="0"/>
              </a:spcBef>
              <a:spcAft>
                <a:spcPts val="0"/>
              </a:spcAft>
              <a:buNone/>
              <a:defRPr/>
            </a:pPr>
            <a:r>
              <a:rPr sz="1800" b="0">
                <a:solidFill>
                  <a:schemeClr val="tx1"/>
                </a:solidFill>
                <a:latin typeface="Franklin Gothic Book"/>
                <a:ea typeface="Franklin Gothic Book"/>
                <a:cs typeface="Franklin Gothic Book"/>
              </a:rPr>
              <a:t>Where does it stop scaling ? </a:t>
            </a:r>
            <a:endParaRPr sz="2400" b="0">
              <a:solidFill>
                <a:schemeClr val="tx1"/>
              </a:solidFill>
              <a:latin typeface="Franklin Gothic Book"/>
              <a:ea typeface="Franklin Gothic Book"/>
              <a:cs typeface="Franklin Gothic Book"/>
            </a:endParaRPr>
          </a:p>
        </p:txBody>
      </p:sp>
      <p:sp>
        <p:nvSpPr>
          <p:cNvPr id="1635961378" name="TextBox 38"/>
          <p:cNvSpPr>
            <a:spLocks noGrp="1"/>
          </p:cNvSpPr>
          <p:nvPr/>
        </p:nvSpPr>
        <p:spPr bwMode="auto">
          <a:xfrm>
            <a:off x="566928" y="5550408"/>
            <a:ext cx="11091677" cy="341735"/>
          </a:xfrm>
          <a:prstGeom prst="rect">
            <a:avLst/>
          </a:prstGeom>
          <a:noFill/>
        </p:spPr>
        <p:txBody>
          <a:bodyPr wrap="square" lIns="0" tIns="0" rIns="0" bIns="0" anchor="t">
            <a:spAutoFit/>
          </a:bodyPr>
          <a:lstStyle/>
          <a:p>
            <a:pPr algn="ctr">
              <a:lnSpc>
                <a:spcPct val="112000"/>
              </a:lnSpc>
              <a:spcBef>
                <a:spcPts val="0"/>
              </a:spcBef>
              <a:spcAft>
                <a:spcPts val="0"/>
              </a:spcAft>
              <a:buNone/>
              <a:defRPr/>
            </a:pPr>
            <a:r>
              <a:rPr sz="2000" b="1">
                <a:solidFill>
                  <a:srgbClr val="04579B"/>
                </a:solidFill>
                <a:latin typeface="Franklin Gothic Medium"/>
                <a:ea typeface="Franklin Gothic Medium"/>
                <a:cs typeface="Franklin Gothic Medium"/>
              </a:rPr>
              <a:t>The prototype as an experimental platform.</a:t>
            </a:r>
            <a:endParaRPr sz="2400">
              <a:latin typeface="Franklin Gothic Medium"/>
              <a:ea typeface="Franklin Gothic Medium"/>
              <a:cs typeface="Franklin Gothic Medium"/>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17294969" name="Title 1"/>
          <p:cNvSpPr>
            <a:spLocks noGrp="1"/>
          </p:cNvSpPr>
          <p:nvPr>
            <p:ph type="title"/>
          </p:nvPr>
        </p:nvSpPr>
        <p:spPr bwMode="auto">
          <a:xfrm>
            <a:off x="370607" y="0"/>
            <a:ext cx="8229600" cy="1143000"/>
          </a:xfrm>
        </p:spPr>
        <p:txBody>
          <a:bodyPr/>
          <a:lstStyle/>
          <a:p>
            <a:pPr algn="l">
              <a:defRPr/>
            </a:pPr>
            <a:r>
              <a:rPr sz="3600">
                <a:solidFill>
                  <a:srgbClr val="04579B"/>
                </a:solidFill>
                <a:latin typeface="Franklin Gothic Medium"/>
                <a:ea typeface="Franklin Gothic Medium"/>
                <a:cs typeface="Franklin Gothic Medium"/>
              </a:rPr>
              <a:t>Demo</a:t>
            </a:r>
            <a:endParaRPr sz="3600">
              <a:solidFill>
                <a:srgbClr val="04579B"/>
              </a:solidFill>
              <a:latin typeface="Franklin Gothic Medium"/>
              <a:cs typeface="Franklin Gothic Medium"/>
            </a:endParaRPr>
          </a:p>
        </p:txBody>
      </p:sp>
      <p:sp>
        <p:nvSpPr>
          <p:cNvPr id="1376879626" name="Slide Number Placeholder 4"/>
          <p:cNvSpPr>
            <a:spLocks noGrp="1"/>
          </p:cNvSpPr>
          <p:nvPr>
            <p:ph type="sldNum" sz="quarter" idx="12"/>
          </p:nvPr>
        </p:nvSpPr>
        <p:spPr bwMode="auto">
          <a:xfrm>
            <a:off x="9524998" y="6356349"/>
            <a:ext cx="2133598" cy="365123"/>
          </a:xfrm>
        </p:spPr>
        <p:txBody>
          <a:bodyPr/>
          <a:lstStyle/>
          <a:p>
            <a:pPr>
              <a:defRPr/>
            </a:pPr>
            <a:r>
              <a:rPr/>
              <a:t>21</a:t>
            </a:r>
            <a:endParaRPr/>
          </a:p>
        </p:txBody>
      </p:sp>
      <p:pic>
        <p:nvPicPr>
          <p:cNvPr id="1673745873" name="">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rotWithShape="1">
          <a:blip r:embed="rId3"/>
          <a:stretch/>
        </p:blipFill>
        <p:spPr bwMode="auto">
          <a:xfrm flipH="0" flipV="0">
            <a:off x="614601" y="854240"/>
            <a:ext cx="10702827" cy="568466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_rels/theme3.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3.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ONLYOFFICE/10.0.0.169</Application>
  <DocSecurity>0</DocSecurity>
  <PresentationFormat>On-screen Show (4:3)</PresentationFormat>
  <Paragraphs>0</Paragraphs>
  <Slides>22</Slides>
  <Notes>22</Notes>
  <HiddenSlides>0</HiddenSlides>
  <MMClips>2</MMClips>
  <ScaleCrop>0</ScaleCrop>
  <HeadingPairs>
    <vt:vector size="4" baseType="variant">
      <vt:variant>
        <vt:lpstr>Theme</vt:lpstr>
      </vt:variant>
      <vt:variant>
        <vt:i4>1</vt:i4>
      </vt:variant>
      <vt:variant>
        <vt:lpstr>Slide Titles</vt:lpstr>
      </vt:variant>
      <vt:variant>
        <vt:i4>22</vt:i4>
      </vt:variant>
    </vt:vector>
  </HeadingPairs>
  <TitlesOfParts>
    <vt:vector size="2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
  <cp:revision>6</cp:revision>
  <dcterms:created xsi:type="dcterms:W3CDTF">2026-10-17T11:58:05Z</dcterms:created>
  <dcterms:modified xsi:type="dcterms:W3CDTF">2026-10-21T11:34:00Z</dcterms:modified>
</cp:coreProperties>
</file>